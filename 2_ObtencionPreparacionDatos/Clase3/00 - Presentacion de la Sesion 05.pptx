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cEMcBRYKLVNBVRXxEPzyy418U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53AEE2-F1D7-5C79-F6B4-B25BD25F6F41}" v="4" dt="2025-10-06T15:57:24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8753AEE2-F1D7-5C79-F6B4-B25BD25F6F41}"/>
    <pc:docChg chg="modSld">
      <pc:chgData name="Soraya Salazar" userId="S::soraya.salazar@kibernumacademy.com::fdf00a5c-f577-43dc-8064-9968cad83607" providerId="AD" clId="Web-{8753AEE2-F1D7-5C79-F6B4-B25BD25F6F41}" dt="2025-10-06T15:57:20.740" v="0" actId="20577"/>
      <pc:docMkLst>
        <pc:docMk/>
      </pc:docMkLst>
      <pc:sldChg chg="modSp">
        <pc:chgData name="Soraya Salazar" userId="S::soraya.salazar@kibernumacademy.com::fdf00a5c-f577-43dc-8064-9968cad83607" providerId="AD" clId="Web-{8753AEE2-F1D7-5C79-F6B4-B25BD25F6F41}" dt="2025-10-06T15:57:20.740" v="0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8753AEE2-F1D7-5C79-F6B4-B25BD25F6F41}" dt="2025-10-06T15:57:20.740" v="0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616387" y="3123426"/>
            <a:ext cx="6310231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27797" y="2820884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Obtención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Datos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1922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Conceptos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</a:br>
            <a:b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</a:b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Preparándonos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avanzar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3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00281"/>
            <a:ext cx="7774334" cy="2123064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42900" algn="just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agregada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utilizando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agrupación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agregación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pivoteo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un set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"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88616" y="1470448"/>
            <a:ext cx="7241309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Agrupamiento de Datos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-150094" y="462386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1017556" y="2333286"/>
            <a:ext cx="5948218" cy="2358787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62" y="308897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Agrupamiento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>
              <a:solidFill>
                <a:schemeClr val="lt1"/>
              </a:solidFill>
            </a:endParaRPr>
          </a:p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Final (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asincrónico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64" y="3669149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597762" y="1129765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6213962" y="-2185849"/>
            <a:ext cx="4701163" cy="7365792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4"/>
          <p:cNvGrpSpPr/>
          <p:nvPr/>
        </p:nvGrpSpPr>
        <p:grpSpPr>
          <a:xfrm>
            <a:off x="1459859" y="1377675"/>
            <a:ext cx="3524500" cy="3630571"/>
            <a:chOff x="842747" y="90401"/>
            <a:chExt cx="3524500" cy="3630571"/>
          </a:xfrm>
        </p:grpSpPr>
        <p:sp>
          <p:nvSpPr>
            <p:cNvPr id="123" name="Google Shape;123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9495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330131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6578869" y="1761820"/>
            <a:ext cx="47190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 (3 hrs)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Agrupamiento de datos.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 (1 hr)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9142" y="3717429"/>
            <a:ext cx="3320673" cy="188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708" y="3717429"/>
            <a:ext cx="3331434" cy="188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5181" y="1401606"/>
            <a:ext cx="3722254" cy="22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216725" y="-123625"/>
            <a:ext cx="4905300" cy="7195200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5863820" y="340630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Agrupamiento de datos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52831" y="904644"/>
            <a:ext cx="423774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dirty="0">
              <a:solidFill>
                <a:schemeClr val="lt1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Agrupamiento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datos.pptx “.</a:t>
            </a:r>
            <a:endParaRPr dirty="0">
              <a:solidFill>
                <a:schemeClr val="lt1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>
              <a:solidFill>
                <a:schemeClr val="lt1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Agrupamiento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datos.ipynb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Grupal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 I ):</a:t>
            </a:r>
            <a:endParaRPr dirty="0">
              <a:solidFill>
                <a:schemeClr val="lt1"/>
              </a:solidFill>
            </a:endParaRPr>
          </a:p>
          <a:p>
            <a:pPr marL="457200" marR="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“Caso Sales Funnel.pptx”.</a:t>
            </a:r>
            <a:endParaRPr dirty="0">
              <a:solidFill>
                <a:schemeClr val="lt1"/>
              </a:solidFill>
            </a:endParaRPr>
          </a:p>
          <a:p>
            <a:pPr marL="457200" marR="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“Caso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Sueldos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SF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Agrupamiento.ipynb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Autoevaluación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Caso Sales Funnel.xlsx”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67955" y="1618575"/>
            <a:ext cx="3298445" cy="185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08056" y="3812274"/>
            <a:ext cx="3009762" cy="1692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8">
            <a:alphaModFix/>
          </a:blip>
          <a:srcRect t="4737" r="38840" b="36315"/>
          <a:stretch/>
        </p:blipFill>
        <p:spPr>
          <a:xfrm>
            <a:off x="8724722" y="3832114"/>
            <a:ext cx="3049512" cy="1653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3519055" y="1874983"/>
            <a:ext cx="9068059" cy="271549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662593" y="250586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sz="32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4780573" y="2350426"/>
            <a:ext cx="53115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 (asincrónico):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Caso Wrangling Banco Digital Chile.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Rúbrica Evaluación.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838200" y="19443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Reflexión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dirty="0"/>
            </a:br>
            <a:br>
              <a:rPr lang="en-US" dirty="0">
                <a:sym typeface="Arial"/>
              </a:rPr>
            </a:b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“Lo que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hemos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aprendido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hoy”</a:t>
            </a:r>
            <a:endParaRPr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Practica, practica y practica…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sientas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frustrado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sientas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no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sirves</a:t>
            </a: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000">
                <a:solidFill>
                  <a:schemeClr val="lt1"/>
                </a:solidFill>
              </a:rPr>
              <a:t>esto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partida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siempre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cuesta un poco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 parte de la comunidad, comparte.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por lo que haces HOY, no MAÑANA”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-585178" y="3057041"/>
            <a:ext cx="8112813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</a:t>
            </a:r>
            <a:r>
              <a:rPr lang="en-US" sz="3200">
                <a:solidFill>
                  <a:srgbClr val="7F7F7F"/>
                </a:solidFill>
              </a:rPr>
              <a:t>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Panorámica</PresentationFormat>
  <Paragraphs>48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24</cp:revision>
  <dcterms:created xsi:type="dcterms:W3CDTF">2023-01-03T12:28:26Z</dcterms:created>
  <dcterms:modified xsi:type="dcterms:W3CDTF">2025-10-06T15:57:31Z</dcterms:modified>
</cp:coreProperties>
</file>