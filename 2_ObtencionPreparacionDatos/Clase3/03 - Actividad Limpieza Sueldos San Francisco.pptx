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jEnIZ6uHj2aWceCANXPsl9Q4wf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E47416-3990-B992-CF7B-514053A05855}" v="2" dt="2025-10-06T15:53:43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47E47416-3990-B992-CF7B-514053A05855}"/>
    <pc:docChg chg="modSld">
      <pc:chgData name="Soraya Salazar" userId="S::soraya.salazar@kibernumacademy.com::fdf00a5c-f577-43dc-8064-9968cad83607" providerId="AD" clId="Web-{47E47416-3990-B992-CF7B-514053A05855}" dt="2025-10-06T15:53:43.137" v="0" actId="20577"/>
      <pc:docMkLst>
        <pc:docMk/>
      </pc:docMkLst>
      <pc:sldChg chg="modSp">
        <pc:chgData name="Soraya Salazar" userId="S::soraya.salazar@kibernumacademy.com::fdf00a5c-f577-43dc-8064-9968cad83607" providerId="AD" clId="Web-{47E47416-3990-B992-CF7B-514053A05855}" dt="2025-10-06T15:53:43.137" v="0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47E47416-3990-B992-CF7B-514053A05855}" dt="2025-10-06T15:53:43.137" v="0" actId="20577"/>
          <ac:spMkLst>
            <pc:docMk/>
            <pc:sldMk cId="0" sldId="256"/>
            <ac:spMk id="9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Diagrama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701142" y="3727551"/>
            <a:ext cx="7596166" cy="1827437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3953463" y="3727551"/>
            <a:ext cx="7421078" cy="202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E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E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E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E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E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E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E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E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Actividad: Limpieza Sueldos San Francisco</a:t>
            </a:r>
            <a:b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049257" y="3259753"/>
            <a:ext cx="6165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Obtención y Preparación de Datos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210490" y="442088"/>
            <a:ext cx="10104469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Actividad: “Caso Limpieza Sueldos San Francisco”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1204433" y="1306585"/>
            <a:ext cx="7672251" cy="4138749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28575" cap="flat" cmpd="sng">
            <a:solidFill>
              <a:srgbClr val="078C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1143" y="1780764"/>
            <a:ext cx="7198830" cy="3317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927915" y="152153"/>
            <a:ext cx="1059397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Caso Limpieza Sueldos San Francisco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-548639" y="1455355"/>
            <a:ext cx="13097690" cy="1590900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927916" y="1661821"/>
            <a:ext cx="1049188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Después del análisis de datos que usted realizó sobre la nómina de sueldos de San Francisco, el alcalde notó los errores de datos que existían y los problemas que acarrean a la gestión. Por este motivo, decidió contratarlo para que haga un análisis de la calidad de datos y realice la limpieza de datos a efecto de contar con información confiable para la toma de decisiones. 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88207" y="3230360"/>
            <a:ext cx="11292925" cy="2862322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28575" cap="flat" cmpd="sng">
            <a:solidFill>
              <a:srgbClr val="078C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7915" y="3379637"/>
            <a:ext cx="10413507" cy="2563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-319488" y="1491088"/>
            <a:ext cx="11179077" cy="3812431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931816" y="390100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Caso Limpieza Sueldos San Francisco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931817" y="1938724"/>
            <a:ext cx="9100458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Como entregable, se solicita un notebook ordenado, documentado y reproducible en donde:</a:t>
            </a:r>
            <a:endParaRPr dirty="0">
              <a:solidFill>
                <a:schemeClr val="lt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Realice un análisis de valores nulos en las columnas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BasePay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OverTimePay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OtherPay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TotalPay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TotalPayBenefits</a:t>
            </a:r>
            <a:endParaRPr sz="2000" b="1" dirty="0" err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Realice un análisis de </a:t>
            </a:r>
            <a:r>
              <a:rPr lang="es-E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outliers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 la columna </a:t>
            </a:r>
            <a:r>
              <a:rPr lang="es-E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BasePay</a:t>
            </a:r>
            <a:endParaRPr sz="2000" dirty="0" err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Realice la limpieza de los datos de acuerdo a los criterios aprendidos (dejar, imputar, eliminar).</a:t>
            </a:r>
            <a:endParaRPr dirty="0">
              <a:solidFill>
                <a:schemeClr val="lt1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Genere un nuevo archivo Excel con los datos limpios.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28575" cap="flat" cmpd="sng">
            <a:solidFill>
              <a:srgbClr val="078C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¡Éxito!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Panorámica</PresentationFormat>
  <Paragraphs>13</Paragraphs>
  <Slides>5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         Actividad: Limpieza Sueldos San Francisco </vt:lpstr>
      <vt:lpstr>Presentación de PowerPoint</vt:lpstr>
      <vt:lpstr>Caso Limpieza Sueldos San Francisco</vt:lpstr>
      <vt:lpstr>Presentación de PowerPoint</vt:lpstr>
      <vt:lpstr>¡Éxito!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Actividad: Limpieza Sueldos San Francisco </dc:title>
  <dc:creator>Kibernum</dc:creator>
  <cp:lastModifiedBy>Diseño ITA</cp:lastModifiedBy>
  <cp:revision>5</cp:revision>
  <dcterms:created xsi:type="dcterms:W3CDTF">2023-01-03T12:28:26Z</dcterms:created>
  <dcterms:modified xsi:type="dcterms:W3CDTF">2025-10-06T15:53:43Z</dcterms:modified>
</cp:coreProperties>
</file>