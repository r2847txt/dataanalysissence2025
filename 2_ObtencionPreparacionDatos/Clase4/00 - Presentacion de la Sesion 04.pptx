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KX+C7ZQzPHyt9+IwRhEOqhO3/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8EC768-FF8B-42DE-1BD2-5A2297CE90F9}" v="8" dt="2025-10-06T15:50:51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338EC768-FF8B-42DE-1BD2-5A2297CE90F9}"/>
    <pc:docChg chg="modSld">
      <pc:chgData name="Soraya Salazar" userId="S::soraya.salazar@kibernumacademy.com::fdf00a5c-f577-43dc-8064-9968cad83607" providerId="AD" clId="Web-{338EC768-FF8B-42DE-1BD2-5A2297CE90F9}" dt="2025-10-06T15:50:51.531" v="3" actId="20577"/>
      <pc:docMkLst>
        <pc:docMk/>
      </pc:docMkLst>
      <pc:sldChg chg="modSp">
        <pc:chgData name="Soraya Salazar" userId="S::soraya.salazar@kibernumacademy.com::fdf00a5c-f577-43dc-8064-9968cad83607" providerId="AD" clId="Web-{338EC768-FF8B-42DE-1BD2-5A2297CE90F9}" dt="2025-10-06T15:50:45.406" v="1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338EC768-FF8B-42DE-1BD2-5A2297CE90F9}" dt="2025-10-06T15:50:45.406" v="1" actId="20577"/>
          <ac:spMkLst>
            <pc:docMk/>
            <pc:sldMk cId="0" sldId="256"/>
            <ac:spMk id="92" creationId="{00000000-0000-0000-0000-000000000000}"/>
          </ac:spMkLst>
        </pc:spChg>
      </pc:sldChg>
      <pc:sldChg chg="modSp">
        <pc:chgData name="Soraya Salazar" userId="S::soraya.salazar@kibernumacademy.com::fdf00a5c-f577-43dc-8064-9968cad83607" providerId="AD" clId="Web-{338EC768-FF8B-42DE-1BD2-5A2297CE90F9}" dt="2025-10-06T15:50:51.531" v="3" actId="20577"/>
        <pc:sldMkLst>
          <pc:docMk/>
          <pc:sldMk cId="0" sldId="260"/>
        </pc:sldMkLst>
        <pc:spChg chg="mod">
          <ac:chgData name="Soraya Salazar" userId="S::soraya.salazar@kibernumacademy.com::fdf00a5c-f577-43dc-8064-9968cad83607" providerId="AD" clId="Web-{338EC768-FF8B-42DE-1BD2-5A2297CE90F9}" dt="2025-10-06T15:50:51.531" v="3" actId="20577"/>
          <ac:spMkLst>
            <pc:docMk/>
            <pc:sldMk cId="0" sldId="260"/>
            <ac:spMk id="1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294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616387" y="3123426"/>
            <a:ext cx="6310231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27797" y="2820884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Obtención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Datos</a:t>
            </a:r>
            <a:endParaRPr lang="es-ES"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838200" y="15799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Activación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Conceptos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“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Preparándonos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avanzar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3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757382" y="3400281"/>
            <a:ext cx="7774334" cy="2123064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10826" y="3814239"/>
            <a:ext cx="716175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unión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combinación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redimensionamiento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estructuras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utilizando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librerías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Python para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reacomodo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ES"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88616" y="1470448"/>
            <a:ext cx="7241309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Wrangling I</a:t>
            </a: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-150094" y="462386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Título de la 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1017556" y="2333286"/>
            <a:ext cx="5948218" cy="2358787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62" y="308897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Wrangling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I.</a:t>
            </a:r>
            <a:endParaRPr lang="es-ES"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330200">
              <a:lnSpc>
                <a:spcPct val="90000"/>
              </a:lnSpc>
              <a:buClr>
                <a:schemeClr val="lt1"/>
              </a:buClr>
              <a:buSzPts val="2000"/>
            </a:pPr>
            <a:endParaRPr lang="en-US" sz="20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Reforzar y profundizar conceptos (asincrónico).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64" y="3669149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597762" y="1129765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Temáticas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225005" y="-650806"/>
            <a:ext cx="4701163" cy="5543619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4"/>
          <p:cNvGrpSpPr/>
          <p:nvPr/>
        </p:nvGrpSpPr>
        <p:grpSpPr>
          <a:xfrm>
            <a:off x="1459859" y="1377675"/>
            <a:ext cx="3524500" cy="3630571"/>
            <a:chOff x="842747" y="90401"/>
            <a:chExt cx="3524500" cy="3630571"/>
          </a:xfrm>
        </p:grpSpPr>
        <p:sp>
          <p:nvSpPr>
            <p:cNvPr id="124" name="Google Shape;124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9495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341175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6578869" y="1761820"/>
            <a:ext cx="47190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 (3 hrs)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Wrangling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2000"/>
            </a:pPr>
            <a:r>
              <a:rPr lang="en-US" sz="2000" b="1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Asincrónica</a:t>
            </a: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1/2 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hr)</a:t>
            </a:r>
            <a:endParaRPr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 de Reforzamiento.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Estructura de la Sesión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9142" y="3773584"/>
            <a:ext cx="3320673" cy="182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708" y="3717429"/>
            <a:ext cx="3331434" cy="1882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5181" y="1401606"/>
            <a:ext cx="3722254" cy="226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618012" y="-181020"/>
            <a:ext cx="4397333" cy="719512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863820" y="340630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. Data Wrangling I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618012" y="902581"/>
            <a:ext cx="4719000" cy="8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 Data Wrangling I.pptx “.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“Data Wrangling comtrade.pptx”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“Apuntes - DataWrangling.ipynb”.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“Wrangling Titanic.ipynb”.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 Grupal ( I ):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“Data Wrangling Comtrade.pptx”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“Wrangling Comtrade.ipynb”.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Autoevaluación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xlsx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54341" y="1598203"/>
            <a:ext cx="3323934" cy="186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8384" y="3861112"/>
            <a:ext cx="2806188" cy="157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8">
            <a:alphaModFix/>
          </a:blip>
          <a:srcRect t="5014" r="21862" b="23927"/>
          <a:stretch/>
        </p:blipFill>
        <p:spPr>
          <a:xfrm>
            <a:off x="8760466" y="3861112"/>
            <a:ext cx="2923534" cy="149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3519055" y="1874983"/>
            <a:ext cx="8471712" cy="271549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662593" y="250586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2. Desafío Sesión</a:t>
            </a:r>
            <a:endParaRPr sz="3200" b="0" i="0" u="none" strike="noStrike" cap="non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4780573" y="2350426"/>
            <a:ext cx="5311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 Asincrónica: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Finalización de la Actividad: “Data Wrangling Comtrade.ipynb”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Cierre de la Sesión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838200" y="228669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Recapitulación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Reflexión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US" dirty="0">
                <a:sym typeface="Arial"/>
              </a:rPr>
            </a:br>
            <a:br>
              <a:rPr lang="en-US" dirty="0">
                <a:sym typeface="Arial"/>
              </a:rPr>
            </a:b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“Lo que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hemos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aprendido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hoy”</a:t>
            </a:r>
            <a:endParaRPr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sientas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frustrado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sientas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no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sirves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000" dirty="0" err="1">
                <a:solidFill>
                  <a:schemeClr val="lt1"/>
                </a:solidFill>
              </a:rPr>
              <a:t>esto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la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partida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siempre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cuesta un poco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Siéntete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comunidad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1" name="Google Shape;171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  <a:buSzPts val="1600"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“Tu FUTURO se decide </a:t>
            </a:r>
            <a:r>
              <a:rPr lang="en-US" sz="1600" b="1" i="0" u="none" strike="noStrike" cap="none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lo que </a:t>
            </a:r>
            <a:r>
              <a:rPr lang="en-US" sz="1600" b="1" i="0" u="none" strike="noStrike" cap="none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haces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HOY,</a:t>
            </a:r>
            <a:r>
              <a:rPr lang="en-US" sz="1600" b="1" dirty="0">
                <a:solidFill>
                  <a:schemeClr val="lt1"/>
                </a:solidFill>
              </a:rPr>
              <a:t> </a:t>
            </a:r>
            <a:endParaRPr lang="es-ES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MAÑANA”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-585178" y="3057041"/>
            <a:ext cx="8112813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</a:t>
            </a:r>
            <a:r>
              <a:rPr lang="en-US" sz="3200">
                <a:solidFill>
                  <a:srgbClr val="7F7F7F"/>
                </a:solidFill>
              </a:rPr>
              <a:t>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245</Words>
  <Application>Microsoft Office PowerPoint</Application>
  <PresentationFormat>Panorámica</PresentationFormat>
  <Paragraphs>58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la sesión</vt:lpstr>
      <vt:lpstr>Repaso y Activación de Conceptos: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Diseño ITA</cp:lastModifiedBy>
  <cp:revision>22</cp:revision>
  <dcterms:created xsi:type="dcterms:W3CDTF">2023-01-03T12:28:26Z</dcterms:created>
  <dcterms:modified xsi:type="dcterms:W3CDTF">2025-10-06T15:50:55Z</dcterms:modified>
</cp:coreProperties>
</file>