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l5eSaOGTMy5/I9gZs9HY3yNsM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8CA80-3B1B-EF9E-88DC-A7A41EC04009}" v="9" dt="2025-10-06T15:49:11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6668CA80-3B1B-EF9E-88DC-A7A41EC04009}"/>
    <pc:docChg chg="modSld">
      <pc:chgData name="Soraya Salazar" userId="S::soraya.salazar@kibernumacademy.com::fdf00a5c-f577-43dc-8064-9968cad83607" providerId="AD" clId="Web-{6668CA80-3B1B-EF9E-88DC-A7A41EC04009}" dt="2025-10-06T15:49:10.931" v="3" actId="20577"/>
      <pc:docMkLst>
        <pc:docMk/>
      </pc:docMkLst>
      <pc:sldChg chg="modSp">
        <pc:chgData name="Soraya Salazar" userId="S::soraya.salazar@kibernumacademy.com::fdf00a5c-f577-43dc-8064-9968cad83607" providerId="AD" clId="Web-{6668CA80-3B1B-EF9E-88DC-A7A41EC04009}" dt="2025-10-06T15:48:51.602" v="1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6668CA80-3B1B-EF9E-88DC-A7A41EC04009}" dt="2025-10-06T15:48:51.602" v="1" actId="20577"/>
          <ac:spMkLst>
            <pc:docMk/>
            <pc:sldMk cId="0" sldId="256"/>
            <ac:spMk id="92" creationId="{00000000-0000-0000-0000-000000000000}"/>
          </ac:spMkLst>
        </pc:spChg>
      </pc:sldChg>
      <pc:sldChg chg="modSp">
        <pc:chgData name="Soraya Salazar" userId="S::soraya.salazar@kibernumacademy.com::fdf00a5c-f577-43dc-8064-9968cad83607" providerId="AD" clId="Web-{6668CA80-3B1B-EF9E-88DC-A7A41EC04009}" dt="2025-10-06T15:49:10.931" v="3" actId="20577"/>
        <pc:sldMkLst>
          <pc:docMk/>
          <pc:sldMk cId="0" sldId="260"/>
        </pc:sldMkLst>
        <pc:spChg chg="mod">
          <ac:chgData name="Soraya Salazar" userId="S::soraya.salazar@kibernumacademy.com::fdf00a5c-f577-43dc-8064-9968cad83607" providerId="AD" clId="Web-{6668CA80-3B1B-EF9E-88DC-A7A41EC04009}" dt="2025-10-06T15:49:10.931" v="3" actId="20577"/>
          <ac:spMkLst>
            <pc:docMk/>
            <pc:sldMk cId="0" sldId="260"/>
            <ac:spMk id="1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906982" y="3257006"/>
            <a:ext cx="7102763" cy="2047637"/>
          </a:xfrm>
          <a:prstGeom prst="roundRect">
            <a:avLst>
              <a:gd name="adj" fmla="val 7874"/>
            </a:avLst>
          </a:prstGeom>
          <a:solidFill>
            <a:schemeClr val="dk1">
              <a:alpha val="75294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616387" y="3123426"/>
            <a:ext cx="6310231" cy="198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 la sesión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627797" y="2820884"/>
            <a:ext cx="6165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Obtención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18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Preparación</a:t>
            </a:r>
            <a:r>
              <a:rPr lang="en-US" sz="1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Datos</a:t>
            </a:r>
            <a:endParaRPr lang="es-ES"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4"/>
          <p:cNvSpPr txBox="1">
            <a:spLocks noGrp="1"/>
          </p:cNvSpPr>
          <p:nvPr>
            <p:ph type="title"/>
          </p:nvPr>
        </p:nvSpPr>
        <p:spPr>
          <a:xfrm>
            <a:off x="838200" y="19553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Repaso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</a:rPr>
            </a:br>
            <a:br>
              <a:rPr lang="en-US" sz="3600" dirty="0">
                <a:latin typeface="Arial"/>
                <a:ea typeface="Arial"/>
                <a:cs typeface="Arial"/>
                <a:sym typeface="Arial"/>
              </a:rPr>
            </a:b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Preparándonos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3600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avanzar</a:t>
            </a:r>
            <a:r>
              <a:rPr lang="en-US" sz="3600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3600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757382" y="3422367"/>
            <a:ext cx="7774334" cy="1946370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0826" y="3814239"/>
            <a:ext cx="7161756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Aplica técnicas de unión, combinación y redimensionamiento de estructuras de datos utilizando librerías de Python para el reacomodo de datos.</a:t>
            </a:r>
            <a:endParaRPr lang="es-ES"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757382" y="1391415"/>
            <a:ext cx="7774335" cy="93299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88616" y="1470448"/>
            <a:ext cx="7241309" cy="75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Wrangling II</a:t>
            </a: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-150094" y="462386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Título de la 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-150094" y="2392218"/>
            <a:ext cx="4368281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1017556" y="2333286"/>
            <a:ext cx="5948218" cy="235878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2" y="3088973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146404" y="2333286"/>
            <a:ext cx="6031345" cy="2994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es-ES"/>
          </a:p>
          <a:p>
            <a:pPr marL="457200" marR="0" lvl="0" indent="-330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Reforzar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profundizar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conceptos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0" u="none" strike="noStrike" cap="none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asincrónico</a:t>
            </a: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764" y="3669149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597762" y="1129765"/>
            <a:ext cx="3975723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Temáticas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6225005" y="-584545"/>
            <a:ext cx="4690120" cy="5212314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4"/>
          <p:cNvGrpSpPr/>
          <p:nvPr/>
        </p:nvGrpSpPr>
        <p:grpSpPr>
          <a:xfrm>
            <a:off x="1459859" y="1377675"/>
            <a:ext cx="3524500" cy="3630571"/>
            <a:chOff x="842747" y="90401"/>
            <a:chExt cx="3524500" cy="3630571"/>
          </a:xfrm>
        </p:grpSpPr>
        <p:sp>
          <p:nvSpPr>
            <p:cNvPr id="124" name="Google Shape;124;p4"/>
            <p:cNvSpPr/>
            <p:nvPr/>
          </p:nvSpPr>
          <p:spPr>
            <a:xfrm>
              <a:off x="842747" y="90401"/>
              <a:ext cx="3524500" cy="3524500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5" r="-24994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7" name="Google Shape;127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176182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91151" y="3297001"/>
            <a:ext cx="322811" cy="32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6578869" y="1761820"/>
            <a:ext cx="47190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Sincrónica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(3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hrs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Wrangling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II.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2000"/>
            </a:pP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Asincrónica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1/2 </a:t>
            </a:r>
            <a:r>
              <a:rPr lang="en-US" sz="20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hr</a:t>
            </a:r>
            <a:r>
              <a:rPr lang="en-US" sz="2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dirty="0"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2000" b="0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Reforzamiento</a:t>
            </a:r>
            <a:r>
              <a:rPr lang="en-US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983657" y="424325"/>
            <a:ext cx="447690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Estructura de la Sesión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9142" y="3773584"/>
            <a:ext cx="3320673" cy="182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57708" y="3717429"/>
            <a:ext cx="3331434" cy="1882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5181" y="1401606"/>
            <a:ext cx="3722254" cy="22629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618012" y="-181020"/>
            <a:ext cx="4397333" cy="719512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5863820" y="340630"/>
            <a:ext cx="534906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 Data Wrangling II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18012" y="1401606"/>
            <a:ext cx="4719048" cy="7632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 Data Wrangling II.pptx “.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Demostración: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“DataWrangling II.ipynb”.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Grupal ( II ):</a:t>
            </a:r>
            <a:endParaRPr/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“Caso Bookshop.pptx”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Autoevaluación Caso Bookshop.xlsx.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15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73521" y="1632096"/>
            <a:ext cx="3274407" cy="1841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31681" y="3804816"/>
            <a:ext cx="3036280" cy="1707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8">
            <a:alphaModFix/>
          </a:blip>
          <a:srcRect l="-347" t="3996" r="32121" b="39755"/>
          <a:stretch/>
        </p:blipFill>
        <p:spPr>
          <a:xfrm>
            <a:off x="8683193" y="3895005"/>
            <a:ext cx="3132569" cy="145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3519055" y="1874983"/>
            <a:ext cx="8471712" cy="2715491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62593" y="250586"/>
            <a:ext cx="4626122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rPr>
              <a:t>2. Desafío Sesión</a:t>
            </a:r>
            <a:endParaRPr sz="3200" b="0" i="0" u="none" strike="noStrike" cap="none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4780573" y="2350426"/>
            <a:ext cx="5961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 Asincrónica: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58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Guía Autoestudio: "Guía Data Wrangling.ipynb"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930564" y="328381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Cierre de la Sesión</a:t>
            </a:r>
            <a:endParaRPr sz="32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title"/>
          </p:nvPr>
        </p:nvSpPr>
        <p:spPr>
          <a:xfrm>
            <a:off x="705678" y="209895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Recapitulación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Reflexión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br>
              <a:rPr lang="en-US" dirty="0"/>
            </a:br>
            <a:br>
              <a:rPr lang="en-US" dirty="0">
                <a:sym typeface="Arial"/>
              </a:rPr>
            </a:b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“Lo que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hemos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0" i="0" u="none" strike="noStrike" cap="none" dirty="0" err="1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aprendido</a:t>
            </a:r>
            <a:r>
              <a:rPr lang="en-US" sz="32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hoy”</a:t>
            </a:r>
            <a:endParaRPr sz="32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4138384" y="1954130"/>
            <a:ext cx="8472500" cy="2382886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653183" y="475023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¡</a:t>
            </a: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4596567" y="2196555"/>
            <a:ext cx="7041235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Practica, practica y practica…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te sientas frustrado ni sientas que no sirves para ésto, la partida siempre cuesta un poco más.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Siéntete parte de la comunidad, comparte.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07866" y="1604297"/>
            <a:ext cx="2929631" cy="4130678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 w="381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9" descr="Arnold Schwarzenegger: The Celebrity Apprentice Host - NBC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7730" y="1771219"/>
            <a:ext cx="2694618" cy="2748708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1" name="Google Shape;171;p9"/>
          <p:cNvSpPr/>
          <p:nvPr/>
        </p:nvSpPr>
        <p:spPr>
          <a:xfrm>
            <a:off x="807866" y="4611829"/>
            <a:ext cx="2929631" cy="1215048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lin ang="2700000" scaled="0"/>
          </a:gradFill>
          <a:ln w="9525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890685" y="4611829"/>
            <a:ext cx="2748708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“Tu FUTURO se decide por lo que haces HOY, no MAÑANA”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-585178" y="3057041"/>
            <a:ext cx="8112813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de la </a:t>
            </a:r>
            <a:r>
              <a:rPr lang="en-US" sz="3200">
                <a:solidFill>
                  <a:srgbClr val="7F7F7F"/>
                </a:solidFill>
              </a:rPr>
              <a:t>Sesión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Panorámica</PresentationFormat>
  <Paragraphs>54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3" baseType="lpstr">
      <vt:lpstr>Tema de Office</vt:lpstr>
      <vt:lpstr>Presentación de la sesión</vt:lpstr>
      <vt:lpstr>Repaso y Activación de Conceptos:  “Preparándonos para avanzar”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Cierre de la Sesión</vt:lpstr>
      <vt:lpstr>Recapitulación y Reflexión:   “Lo que hemos aprendido hoy”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la sesión</dc:title>
  <dc:creator>Kibernum</dc:creator>
  <cp:lastModifiedBy>Diseño ITA</cp:lastModifiedBy>
  <cp:revision>14</cp:revision>
  <dcterms:created xsi:type="dcterms:W3CDTF">2023-01-03T12:28:26Z</dcterms:created>
  <dcterms:modified xsi:type="dcterms:W3CDTF">2025-10-06T15:49:12Z</dcterms:modified>
</cp:coreProperties>
</file>