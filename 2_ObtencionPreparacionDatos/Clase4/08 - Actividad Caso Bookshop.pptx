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hxASDzKTQhINpeIRLHv+1ctH+B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15A3C9-35A3-DDC2-6138-0AC903A55B12}" v="3" dt="2025-10-06T15:49:53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3915A3C9-35A3-DDC2-6138-0AC903A55B12}"/>
    <pc:docChg chg="modSld">
      <pc:chgData name="Soraya Salazar" userId="S::soraya.salazar@kibernumacademy.com::fdf00a5c-f577-43dc-8064-9968cad83607" providerId="AD" clId="Web-{3915A3C9-35A3-DDC2-6138-0AC903A55B12}" dt="2025-10-06T15:49:52.187" v="0" actId="20577"/>
      <pc:docMkLst>
        <pc:docMk/>
      </pc:docMkLst>
      <pc:sldChg chg="modSp">
        <pc:chgData name="Soraya Salazar" userId="S::soraya.salazar@kibernumacademy.com::fdf00a5c-f577-43dc-8064-9968cad83607" providerId="AD" clId="Web-{3915A3C9-35A3-DDC2-6138-0AC903A55B12}" dt="2025-10-06T15:49:52.187" v="0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3915A3C9-35A3-DDC2-6138-0AC903A55B12}" dt="2025-10-06T15:49:52.187" v="0" actId="20577"/>
          <ac:spMkLst>
            <pc:docMk/>
            <pc:sldMk cId="0" sldId="256"/>
            <ac:spMk id="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Diagrama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"/>
            <a:ext cx="12191999" cy="703776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2958354" y="3931706"/>
            <a:ext cx="8484710" cy="1655893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3044413" y="4468334"/>
            <a:ext cx="8464731" cy="128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Actividad: Caso Bookshop</a:t>
            </a:r>
            <a:br>
              <a:rPr lang="es-E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197056" y="3399802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E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Obtención y Preparación de Datos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8111883" y="1349829"/>
            <a:ext cx="371256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Actividad: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Caso Bookshop</a:t>
            </a:r>
            <a:endParaRPr sz="36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853440" y="1349829"/>
            <a:ext cx="6962817" cy="476358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078C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403" y="1701981"/>
            <a:ext cx="6222426" cy="405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7480664" y="2792266"/>
            <a:ext cx="5233850" cy="2501559"/>
          </a:xfrm>
          <a:prstGeom prst="roundRect">
            <a:avLst>
              <a:gd name="adj" fmla="val 2971"/>
            </a:avLst>
          </a:prstGeom>
          <a:solidFill>
            <a:srgbClr val="078C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046720" y="1597396"/>
            <a:ext cx="3675017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Bookshop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35726" y="1663338"/>
            <a:ext cx="6962817" cy="476358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078C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689" y="2015490"/>
            <a:ext cx="6222426" cy="40551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8046720" y="3165882"/>
            <a:ext cx="3675017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empresa Bookshop está analizando la información de ventas desde varios países. Se ha recibido la información desde dos fuentes: Tiendas físicas alrededor del mundo y el portal web.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2030497" y="651104"/>
            <a:ext cx="5197617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Archivos Bookshop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085665" y="1271978"/>
            <a:ext cx="9048403" cy="4825095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28575" cap="flat" cmpd="sng">
            <a:solidFill>
              <a:srgbClr val="078C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8759" y="1905557"/>
            <a:ext cx="3315163" cy="4086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3210" y="1905557"/>
            <a:ext cx="3381847" cy="200052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2147927" y="1404102"/>
            <a:ext cx="19232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78CAE"/>
                </a:solidFill>
                <a:latin typeface="Calibri"/>
                <a:ea typeface="Calibri"/>
                <a:cs typeface="Calibri"/>
                <a:sym typeface="Calibri"/>
              </a:rPr>
              <a:t>Archivo de tiendas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7322090" y="1385624"/>
            <a:ext cx="13440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78CAE"/>
                </a:solidFill>
                <a:latin typeface="Calibri"/>
                <a:ea typeface="Calibri"/>
                <a:cs typeface="Calibri"/>
                <a:sym typeface="Calibri"/>
              </a:rPr>
              <a:t>Archivo web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-412376" y="1776280"/>
            <a:ext cx="8551541" cy="2884497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398984" y="1050486"/>
            <a:ext cx="6516209" cy="493361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28575" cap="flat" cmpd="sng">
            <a:solidFill>
              <a:srgbClr val="078C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988595" y="899847"/>
            <a:ext cx="4222598" cy="59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Parte 1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988595" y="2074219"/>
            <a:ext cx="4222598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Entregue un reporte a la gerencia comercial, en Excel, donde contenga: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Tienda.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Título.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Cantidad vendida.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Precio de venta.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Royalty.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995" y="2187246"/>
            <a:ext cx="282659" cy="28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4426" y="1497713"/>
            <a:ext cx="5725324" cy="4039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-358588" y="1824168"/>
            <a:ext cx="8497753" cy="2597107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988594" y="330372"/>
            <a:ext cx="3141278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Parte 2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988594" y="2074219"/>
            <a:ext cx="6126309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gerencia comercial de la compañía le pide a Usted, el analista de datos de la compañía, que responda dos preguntas: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¿Cuáles son los libros más vendidos?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¿Cuáles son los libros que más conviene vender?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Podría ser de utilidad para usted, la función groupby()</a:t>
            </a:r>
            <a:endParaRPr/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6597" y="1824168"/>
            <a:ext cx="2692654" cy="269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615" y="2151017"/>
            <a:ext cx="312918" cy="312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28575" cap="flat" cmpd="sng">
            <a:solidFill>
              <a:srgbClr val="078C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¡Éxito!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Panorámica</PresentationFormat>
  <Paragraphs>25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 Actividad: Caso Bookshop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¡Éxito!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Actividad: Caso Bookshop  </dc:title>
  <dc:creator>Kibernum</dc:creator>
  <cp:lastModifiedBy>Diseño ITA</cp:lastModifiedBy>
  <cp:revision>5</cp:revision>
  <dcterms:created xsi:type="dcterms:W3CDTF">2023-01-03T12:28:26Z</dcterms:created>
  <dcterms:modified xsi:type="dcterms:W3CDTF">2025-10-06T15:49:58Z</dcterms:modified>
</cp:coreProperties>
</file>