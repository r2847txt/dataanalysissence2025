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CNxUe4gP4G6w3n1yf9Scd9RRP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72DF4-DD63-C35E-DB61-4A04C7CE9C90}" v="4" dt="2025-10-06T15:51:52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customschemas.google.com/relationships/presentationmetadata" Target="metadata"/><Relationship Id="rId2" Type="http://schemas.openxmlformats.org/officeDocument/2006/relationships/slideMaster" Target="slideMasters/slideMaster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6F472DF4-DD63-C35E-DB61-4A04C7CE9C90}"/>
    <pc:docChg chg="modSld">
      <pc:chgData name="Soraya Salazar" userId="S::soraya.salazar@kibernumacademy.com::fdf00a5c-f577-43dc-8064-9968cad83607" providerId="AD" clId="Web-{6F472DF4-DD63-C35E-DB61-4A04C7CE9C90}" dt="2025-10-06T15:51:52.889" v="1" actId="20577"/>
      <pc:docMkLst>
        <pc:docMk/>
      </pc:docMkLst>
      <pc:sldChg chg="modSp">
        <pc:chgData name="Soraya Salazar" userId="S::soraya.salazar@kibernumacademy.com::fdf00a5c-f577-43dc-8064-9968cad83607" providerId="AD" clId="Web-{6F472DF4-DD63-C35E-DB61-4A04C7CE9C90}" dt="2025-10-06T15:51:52.889" v="1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6F472DF4-DD63-C35E-DB61-4A04C7CE9C90}" dt="2025-10-06T15:51:52.889" v="1" actId="20577"/>
          <ac:spMkLst>
            <pc:docMk/>
            <pc:sldMk cId="0" sldId="256"/>
            <ac:spMk id="165" creationId="{00000000-0000-0000-0000-000000000000}"/>
          </ac:spMkLst>
        </pc:spChg>
        <pc:spChg chg="mod">
          <ac:chgData name="Soraya Salazar" userId="S::soraya.salazar@kibernumacademy.com::fdf00a5c-f577-43dc-8064-9968cad83607" providerId="AD" clId="Web-{6F472DF4-DD63-C35E-DB61-4A04C7CE9C90}" dt="2025-10-06T15:51:50.654" v="0" actId="20577"/>
          <ac:spMkLst>
            <pc:docMk/>
            <pc:sldMk cId="0" sldId="256"/>
            <ac:spMk id="16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"/>
          <p:cNvSpPr/>
          <p:nvPr/>
        </p:nvSpPr>
        <p:spPr>
          <a:xfrm>
            <a:off x="4457921" y="3257006"/>
            <a:ext cx="6480046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294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5036212" y="2832789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E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Obtención y Preparación de Datos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5036212" y="3516568"/>
            <a:ext cx="5323463" cy="152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ES" sz="5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del</a:t>
            </a:r>
            <a:br>
              <a:rPr lang="es-ES" sz="5000" b="1" i="0" u="none" strike="noStrike" cap="none" dirty="0">
                <a:latin typeface="Arial"/>
                <a:ea typeface="Arial"/>
                <a:cs typeface="Arial"/>
              </a:rPr>
            </a:br>
            <a:r>
              <a:rPr lang="es-ES" sz="5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</a:t>
            </a:r>
            <a:endParaRPr sz="3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/>
          <p:nvPr/>
        </p:nvSpPr>
        <p:spPr>
          <a:xfrm>
            <a:off x="5837382" y="-508426"/>
            <a:ext cx="5069041" cy="667283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380293" y="407639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Presentación del módulo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6391686" y="673167"/>
            <a:ext cx="4324289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del Módulo: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“Obtención y Preparación de Datos”.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Duración: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horas.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Competencia del Módulo: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“Codificar piezas de software de baja/mediana complejidad en lenguaje Python para resolver una problemática de acuerdo al uso de Librerías”.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2754" y="2032108"/>
            <a:ext cx="322811" cy="3228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2"/>
          <p:cNvGrpSpPr/>
          <p:nvPr/>
        </p:nvGrpSpPr>
        <p:grpSpPr>
          <a:xfrm>
            <a:off x="920036" y="2132934"/>
            <a:ext cx="3524500" cy="3720972"/>
            <a:chOff x="1768973" y="0"/>
            <a:chExt cx="3524500" cy="3720972"/>
          </a:xfrm>
        </p:grpSpPr>
        <p:sp>
          <p:nvSpPr>
            <p:cNvPr id="177" name="Google Shape;177;p2"/>
            <p:cNvSpPr/>
            <p:nvPr/>
          </p:nvSpPr>
          <p:spPr>
            <a:xfrm>
              <a:off x="1768973" y="0"/>
              <a:ext cx="3524500" cy="3524500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l="-24995" r="-24994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0" name="Google Shape;18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3520" y="805481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9809" y="3290798"/>
            <a:ext cx="322811" cy="322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/>
          <p:cNvSpPr txBox="1"/>
          <p:nvPr/>
        </p:nvSpPr>
        <p:spPr>
          <a:xfrm>
            <a:off x="1828801" y="448200"/>
            <a:ext cx="6995536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Aprendizaje esperado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-430308" y="1351613"/>
            <a:ext cx="11282527" cy="4864459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839054" y="1761153"/>
            <a:ext cx="8754891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just">
              <a:buClr>
                <a:srgbClr val="FFFFFF"/>
              </a:buClr>
              <a:buSzPts val="1800"/>
              <a:buFont typeface="Calibri"/>
              <a:buAutoNum type="arabicPeriod"/>
            </a:pP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Manipular datos utilizando estructuras de vectores y matrices utilizando biblioteca </a:t>
            </a:r>
            <a:r>
              <a:rPr lang="es-ES" sz="16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para resolver un problema.</a:t>
            </a:r>
            <a:r>
              <a:rPr lang="es-ES" sz="1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" sz="1200" dirty="0">
              <a:ea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endParaRPr lang="es-ES" sz="1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Manipular datos utilizando estructuras de Series y </a:t>
            </a:r>
            <a:r>
              <a:rPr lang="es-ES" sz="16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utilizando biblioteca Pandas para resolver un problema.</a:t>
            </a:r>
            <a:endParaRPr lang="es-ES" sz="1200" dirty="0">
              <a:ea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endParaRPr lang="es-ES" sz="1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Recuperar datos desde distintas fuentes utilizando librerías utilitarias de Python para su posterior utilización.</a:t>
            </a:r>
            <a:endParaRPr lang="es-ES" sz="1200" dirty="0">
              <a:ea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endParaRPr lang="es-ES" sz="1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Aplicar técnicas de limpieza y preparación de datos utilizando librerías Python para su depuración.</a:t>
            </a:r>
            <a:endParaRPr lang="es-ES" sz="1200" dirty="0">
              <a:ea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endParaRPr lang="es-ES" sz="1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Aplicar técnicas</a:t>
            </a:r>
            <a:r>
              <a:rPr lang="es-ES" sz="1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</a:t>
            </a:r>
            <a:r>
              <a:rPr lang="es-ES" sz="1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unión,</a:t>
            </a:r>
            <a:r>
              <a:rPr lang="es-ES" sz="1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combinación</a:t>
            </a:r>
            <a:r>
              <a:rPr lang="es-ES" sz="1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redimensionamiento de estructuras de dato utilizando librerías de Python para el reacomodo de datos.</a:t>
            </a:r>
            <a:endParaRPr lang="es-ES" sz="1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endParaRPr lang="es-ES" sz="16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buClr>
                <a:srgbClr val="FFFFFF"/>
              </a:buClr>
              <a:buSzPts val="1800"/>
              <a:buAutoNum type="arabicPeriod"/>
            </a:pP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Presentar información agregada utilizando funciones de agrupación, agregación y pivoteo para el análisis de un set de datos.</a:t>
            </a:r>
            <a:endParaRPr sz="16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/>
          <p:nvPr/>
        </p:nvSpPr>
        <p:spPr>
          <a:xfrm>
            <a:off x="264397" y="-231112"/>
            <a:ext cx="4991100" cy="7395587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5794550" y="625631"/>
            <a:ext cx="5982328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Evaluación del Módulo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680076" y="2127460"/>
            <a:ext cx="4420998" cy="252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20% Pruebas de conocimiento.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30% Ejecuciones prácticas parciales.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10% Participación en clases.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E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40% Trabajo final del módulo.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-67897" y="1734030"/>
            <a:ext cx="6574971" cy="3497701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996678" y="725968"/>
            <a:ext cx="533717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Sesiones del módulo</a:t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7914055" y="1552216"/>
            <a:ext cx="3524500" cy="35245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l="-24998" r="-24998"/>
            </a:stretch>
          </a:blip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996678" y="1983207"/>
            <a:ext cx="521643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Librerías para la ciencia de datos.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Librería Pandas.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Obtención y limpieza de datos.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Wrangling I.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Wrangling II.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Agrupamiento de Datos.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6031842" y="-387943"/>
            <a:ext cx="4838849" cy="5877097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391614" y="380559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6366801" y="512350"/>
            <a:ext cx="4324289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Librería </a:t>
            </a:r>
            <a:r>
              <a:rPr lang="es-ES" sz="2000" b="0" i="0" u="none" strike="noStrike" cap="none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96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Librería Pandas.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96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Obtención de datos desde archivos.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96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Limpieza de datos.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96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s-ES" sz="2000" b="0" i="0" u="none" strike="noStrike" cap="none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Wrangling</a:t>
            </a: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96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s-ES" sz="2000" b="0" i="0" u="none" strike="noStrike" cap="none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Wrangling</a:t>
            </a: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II.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96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s-ES"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Agrupamiento de Datos.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211" name="Google Shape;211;p5"/>
          <p:cNvGrpSpPr/>
          <p:nvPr/>
        </p:nvGrpSpPr>
        <p:grpSpPr>
          <a:xfrm>
            <a:off x="1140144" y="1826387"/>
            <a:ext cx="3723255" cy="3829869"/>
            <a:chOff x="1868729" y="0"/>
            <a:chExt cx="3723255" cy="3829869"/>
          </a:xfrm>
        </p:grpSpPr>
        <p:sp>
          <p:nvSpPr>
            <p:cNvPr id="212" name="Google Shape;212;p5"/>
            <p:cNvSpPr/>
            <p:nvPr/>
          </p:nvSpPr>
          <p:spPr>
            <a:xfrm>
              <a:off x="1868729" y="0"/>
              <a:ext cx="3723255" cy="3723255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5" r="-24994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"/>
            <p:cNvSpPr/>
            <p:nvPr/>
          </p:nvSpPr>
          <p:spPr>
            <a:xfrm flipH="1">
              <a:off x="3605926" y="3613382"/>
              <a:ext cx="103143" cy="216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"/>
            <p:cNvSpPr txBox="1"/>
            <p:nvPr/>
          </p:nvSpPr>
          <p:spPr>
            <a:xfrm>
              <a:off x="3605926" y="3613382"/>
              <a:ext cx="103143" cy="216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"/>
          <p:cNvSpPr/>
          <p:nvPr/>
        </p:nvSpPr>
        <p:spPr>
          <a:xfrm>
            <a:off x="-475129" y="4385730"/>
            <a:ext cx="8472500" cy="746087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-475129" y="1875450"/>
            <a:ext cx="8472500" cy="227004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703629" y="59191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422275" y="2115690"/>
            <a:ext cx="7041235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Practicar lo 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más</a:t>
            </a: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puedan (recomendación: media hora por día).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sentirse frustrado o con miedo. Aprender de los errores al comienzo es clave del éxito.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 parte de una comunidad, compartir errores y soluciones.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391458" y="1875450"/>
            <a:ext cx="3585699" cy="3264414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6" descr="Icon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5231" y="2093425"/>
            <a:ext cx="2798152" cy="27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 txBox="1"/>
          <p:nvPr/>
        </p:nvSpPr>
        <p:spPr>
          <a:xfrm>
            <a:off x="279925" y="4555089"/>
            <a:ext cx="704123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“Tu FUTURO se decide por lo que haces HOY, no MAÑANA”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 txBox="1"/>
          <p:nvPr/>
        </p:nvSpPr>
        <p:spPr>
          <a:xfrm>
            <a:off x="212480" y="4191061"/>
            <a:ext cx="6801269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Pre-procesamiento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8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524933" y="509589"/>
            <a:ext cx="11125200" cy="5842000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C3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147" y="730250"/>
            <a:ext cx="10555705" cy="53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/>
          <p:nvPr/>
        </p:nvSpPr>
        <p:spPr>
          <a:xfrm>
            <a:off x="-585177" y="3057041"/>
            <a:ext cx="7639120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Presentación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Panorámica</PresentationFormat>
  <Paragraphs>64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Diseño ITA</cp:lastModifiedBy>
  <cp:revision>20</cp:revision>
  <dcterms:created xsi:type="dcterms:W3CDTF">2023-01-03T12:28:26Z</dcterms:created>
  <dcterms:modified xsi:type="dcterms:W3CDTF">2025-10-06T15:51:54Z</dcterms:modified>
</cp:coreProperties>
</file>