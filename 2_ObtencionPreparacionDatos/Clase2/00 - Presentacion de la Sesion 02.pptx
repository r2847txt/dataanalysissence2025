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2GodXKaBx4ucnfa+OqERrPoS7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F911B-B7E5-0E45-48BB-EA5A17A31965}" v="2" dt="2025-10-06T15:52:17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31AF911B-B7E5-0E45-48BB-EA5A17A31965}"/>
    <pc:docChg chg="modSld">
      <pc:chgData name="Soraya Salazar" userId="S::soraya.salazar@kibernumacademy.com::fdf00a5c-f577-43dc-8064-9968cad83607" providerId="AD" clId="Web-{31AF911B-B7E5-0E45-48BB-EA5A17A31965}" dt="2025-10-06T15:52:17.857" v="0" actId="20577"/>
      <pc:docMkLst>
        <pc:docMk/>
      </pc:docMkLst>
      <pc:sldChg chg="modSp">
        <pc:chgData name="Soraya Salazar" userId="S::soraya.salazar@kibernumacademy.com::fdf00a5c-f577-43dc-8064-9968cad83607" providerId="AD" clId="Web-{31AF911B-B7E5-0E45-48BB-EA5A17A31965}" dt="2025-10-06T15:52:17.857" v="0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31AF911B-B7E5-0E45-48BB-EA5A17A31965}" dt="2025-10-06T15:52:17.857" v="0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616387" y="3123426"/>
            <a:ext cx="6310231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27797" y="2820884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Obtención y Preparación de Datos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20989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Conceptos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“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Preparándonos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avanzar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3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00281"/>
            <a:ext cx="7774334" cy="1735138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836935" y="3582009"/>
            <a:ext cx="71619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Manipular datos utilizando estructuras de Series y DataFrames utilizando biblioteca Pandas para resolver un problema.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88686" y="1448178"/>
            <a:ext cx="6910005" cy="83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 Pandas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262704" y="441923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017556" y="2333286"/>
            <a:ext cx="5948218" cy="2358787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122185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 Librería Pandas.</a:t>
            </a:r>
            <a:endParaRPr/>
          </a:p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 Reforzar y profundizar conceptos (asincrónico).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063" y="3657857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439260" y="1112363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213962" y="-2185849"/>
            <a:ext cx="4701163" cy="7365792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1078806" y="1749685"/>
            <a:ext cx="3524500" cy="3630571"/>
            <a:chOff x="842747" y="90401"/>
            <a:chExt cx="3524500" cy="3630571"/>
          </a:xfrm>
        </p:grpSpPr>
        <p:sp>
          <p:nvSpPr>
            <p:cNvPr id="124" name="Google Shape;124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650392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578869" y="1761820"/>
            <a:ext cx="47190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Sincrónicas (3 hrs)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Librería Pandas.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Asincrónicas (1 hr)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 de conceptos.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4545" y="3770921"/>
            <a:ext cx="2826328" cy="1554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5964" y="3773584"/>
            <a:ext cx="2790167" cy="155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9937" y="1401606"/>
            <a:ext cx="3722254" cy="22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618012" y="-181020"/>
            <a:ext cx="5009538" cy="719512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863820" y="340630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Librería Pandas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794412" y="920170"/>
            <a:ext cx="4719000" cy="60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“Librería Pandas.pptx”.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Notebook: "Análisis Titanic.ipynb"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Grupal: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Caso Sueldos San Francisco.ipynb“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Autoevaluación “Caso Sueldos San Francisco.xlsx”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20556" y="1649576"/>
            <a:ext cx="3141275" cy="176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7">
            <a:alphaModFix/>
          </a:blip>
          <a:srcRect t="4793" r="40152" b="38452"/>
          <a:stretch/>
        </p:blipFill>
        <p:spPr>
          <a:xfrm>
            <a:off x="5919683" y="3870848"/>
            <a:ext cx="2527540" cy="134828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8">
            <a:alphaModFix/>
          </a:blip>
          <a:srcRect t="5008" r="25769" b="27376"/>
          <a:stretch/>
        </p:blipFill>
        <p:spPr>
          <a:xfrm>
            <a:off x="8868486" y="3870848"/>
            <a:ext cx="2631531" cy="1348282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-296464" y="1570783"/>
            <a:ext cx="8703965" cy="271549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62593" y="250586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sz="32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89513" y="2266828"/>
            <a:ext cx="471904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DataFrames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Pandas.ipynb</a:t>
            </a: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838200" y="17083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Reflexión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2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32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Lo que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hemos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aprendido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hoy”</a:t>
            </a:r>
            <a:endParaRPr lang="es-ES"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sientas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frustrado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sientas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no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sirves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000" dirty="0" err="1">
                <a:solidFill>
                  <a:schemeClr val="lt1"/>
                </a:solidFill>
              </a:rPr>
              <a:t>esto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partida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siempre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cuesta un poco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comunidad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comparte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1" name="Google Shape;171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por lo que haces HOY, no MAÑANA”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-585178" y="3057041"/>
            <a:ext cx="8112813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Panorámica</PresentationFormat>
  <Paragraphs>50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13</cp:revision>
  <dcterms:created xsi:type="dcterms:W3CDTF">2023-01-03T12:28:26Z</dcterms:created>
  <dcterms:modified xsi:type="dcterms:W3CDTF">2025-10-06T15:52:18Z</dcterms:modified>
</cp:coreProperties>
</file>