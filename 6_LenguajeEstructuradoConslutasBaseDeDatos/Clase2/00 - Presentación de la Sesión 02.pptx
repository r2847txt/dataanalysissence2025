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3" r:id="rId9"/>
    <p:sldId id="268" r:id="rId10"/>
    <p:sldId id="269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DE39F-0DDB-03D4-CBC0-67F713EA56EE}" v="3" dt="2025-09-26T11:48:38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7CEDE39F-0DDB-03D4-CBC0-67F713EA56EE}"/>
    <pc:docChg chg="modSld">
      <pc:chgData name="Soraya Salazar" userId="S::soraya.salazar@kibernumacademy.com::fdf00a5c-f577-43dc-8064-9968cad83607" providerId="AD" clId="Web-{7CEDE39F-0DDB-03D4-CBC0-67F713EA56EE}" dt="2025-09-26T11:48:38.404" v="1" actId="20577"/>
      <pc:docMkLst>
        <pc:docMk/>
      </pc:docMkLst>
      <pc:sldChg chg="delSp modSp">
        <pc:chgData name="Soraya Salazar" userId="S::soraya.salazar@kibernumacademy.com::fdf00a5c-f577-43dc-8064-9968cad83607" providerId="AD" clId="Web-{7CEDE39F-0DDB-03D4-CBC0-67F713EA56EE}" dt="2025-09-26T11:48:38.404" v="1" actId="20577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7CEDE39F-0DDB-03D4-CBC0-67F713EA56EE}" dt="2025-09-26T11:48:35.247" v="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7CEDE39F-0DDB-03D4-CBC0-67F713EA56EE}" dt="2025-09-26T11:48:38.404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Inferencia Estadística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589768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Realizar cálculos de probabilidad seleccionando la distribución de probabilidad requerida para resolver un problema.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Distribución de Probabilidad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283480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1.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Distribución de Probabilidad Discreta.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2. Distribución de Probabilidad Continua.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3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.  Reforzar y profundizar conceptos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3370475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69" y="391538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249784" y="-354783"/>
            <a:ext cx="4621417" cy="5746543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94648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Probabilidad Discreta.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rgbClr val="FFFFFF"/>
                </a:solidFill>
                <a:latin typeface="Calibri"/>
                <a:cs typeface="Calibri"/>
              </a:rPr>
              <a:t>Distribución de Probabilidad Continua.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103" y="2908111"/>
            <a:ext cx="2962043" cy="180074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009" y="3984669"/>
            <a:ext cx="2962043" cy="180074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009" y="2013608"/>
            <a:ext cx="2962043" cy="1800746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110835"/>
            <a:ext cx="5111525" cy="7195126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105236" y="655781"/>
            <a:ext cx="587591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Distribución de Probabilidad Discreta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120029" y="1663843"/>
            <a:ext cx="4719048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“Distribución de probabilidad.pptx”.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“Distribución de Probabilidad discretas.pptx”.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lvl="0" indent="-457200" algn="just">
              <a:lnSpc>
                <a:spcPct val="150000"/>
              </a:lnSpc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“Demo Distribuciones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Discretas.ipynb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t="9500" r="35505" b="23656"/>
          <a:stretch/>
        </p:blipFill>
        <p:spPr>
          <a:xfrm>
            <a:off x="9184338" y="3017799"/>
            <a:ext cx="2631571" cy="153415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015" y="2133600"/>
            <a:ext cx="2722286" cy="153128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52" y="4128267"/>
            <a:ext cx="2690755" cy="1513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983" y="1870385"/>
            <a:ext cx="5310076" cy="3715965"/>
          </a:xfrm>
          <a:prstGeom prst="rect">
            <a:avLst/>
          </a:prstGeom>
        </p:spPr>
      </p:pic>
      <p:sp>
        <p:nvSpPr>
          <p:cNvPr id="137" name="Google Shape;137;p6"/>
          <p:cNvSpPr/>
          <p:nvPr/>
        </p:nvSpPr>
        <p:spPr>
          <a:xfrm>
            <a:off x="669306" y="-36271"/>
            <a:ext cx="5205656" cy="734965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6114102" y="923308"/>
            <a:ext cx="5746972" cy="96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2. Distribución de Probabilidad Continua</a:t>
            </a:r>
          </a:p>
        </p:txBody>
      </p:sp>
      <p:sp>
        <p:nvSpPr>
          <p:cNvPr id="139" name="Google Shape;139;p6"/>
          <p:cNvSpPr txBox="1"/>
          <p:nvPr/>
        </p:nvSpPr>
        <p:spPr>
          <a:xfrm>
            <a:off x="669306" y="2327956"/>
            <a:ext cx="5226397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 </a:t>
            </a:r>
            <a:endParaRPr lang="es-CL" dirty="0"/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“Distribución de probabilidad continua.pptx”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“Cálculo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Probabilidades.ipynb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“Lanzamiento Dados.pptx”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130" y="2063861"/>
            <a:ext cx="2959121" cy="166450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/>
          <a:srcRect t="8299" r="21142" b="24813"/>
          <a:stretch/>
        </p:blipFill>
        <p:spPr>
          <a:xfrm>
            <a:off x="6430130" y="3912985"/>
            <a:ext cx="2975127" cy="14194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1486" y="3313399"/>
            <a:ext cx="2882537" cy="1621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6" y="1899355"/>
            <a:ext cx="8703965" cy="27154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3.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4" y="2326707"/>
            <a:ext cx="748440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 “Distribución de probabilidad Discreta.pptx”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Lectura: “Distribución de Probabilidad.pdf”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Autoestudio: “Distribuciones </a:t>
            </a:r>
            <a:r>
              <a:rPr lang="es-ES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Continuas.ipynb</a:t>
            </a:r>
            <a:r>
              <a:rPr lang="es-E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16986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 err="1">
                <a:solidFill>
                  <a:schemeClr val="lt1"/>
                </a:solidFill>
              </a:rPr>
              <a:t>é</a:t>
            </a:r>
            <a:r>
              <a:rPr lang="es-CL" sz="2000" dirty="0" err="1">
                <a:solidFill>
                  <a:schemeClr val="lt1"/>
                </a:solidFill>
                <a:sym typeface="Arial"/>
              </a:rPr>
              <a:t>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 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>
              <a:solidFill>
                <a:schemeClr val="lt1"/>
              </a:solidFill>
            </a:endParaRPr>
          </a:p>
          <a:p>
            <a:pPr marL="285750" marR="0" lvl="0" indent="-1841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469276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211</Words>
  <Application>Microsoft Office PowerPoint</Application>
  <PresentationFormat>Panorámica</PresentationFormat>
  <Paragraphs>60</Paragraphs>
  <Slides>13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kibernum</cp:lastModifiedBy>
  <cp:revision>72</cp:revision>
  <dcterms:created xsi:type="dcterms:W3CDTF">2023-01-03T12:28:26Z</dcterms:created>
  <dcterms:modified xsi:type="dcterms:W3CDTF">2025-09-26T11:48:45Z</dcterms:modified>
</cp:coreProperties>
</file>