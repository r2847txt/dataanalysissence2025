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0"/>
  </p:notesMasterIdLst>
  <p:sldIdLst>
    <p:sldId id="562" r:id="rId5"/>
    <p:sldId id="595" r:id="rId6"/>
    <p:sldId id="737" r:id="rId7"/>
    <p:sldId id="738" r:id="rId8"/>
    <p:sldId id="739" r:id="rId9"/>
  </p:sldIdLst>
  <p:sldSz cx="12192000" cy="6858000"/>
  <p:notesSz cx="6858000" cy="9144000"/>
  <p:defaultTextStyle>
    <a:defPPr>
      <a:defRPr lang="es-ES_tradnl"/>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8CAE"/>
    <a:srgbClr val="F6A120"/>
    <a:srgbClr val="98C340"/>
    <a:srgbClr val="FD0075"/>
    <a:srgbClr val="252526"/>
    <a:srgbClr val="383838"/>
    <a:srgbClr val="1E1E1E"/>
    <a:srgbClr val="000000"/>
    <a:srgbClr val="4E7FDE"/>
    <a:srgbClr val="006BC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9336D0-AE06-54DF-A9E6-9890EECD2AA7}" v="4" dt="2025-09-26T11:49:26.323"/>
  </p1510:revLst>
</p1510:revInfo>
</file>

<file path=ppt/tableStyles.xml><?xml version="1.0" encoding="utf-8"?>
<a:tblStyleLst xmlns:a="http://schemas.openxmlformats.org/drawingml/2006/main" def="{5C22544A-7EE6-4342-B048-85BDC9FD1C3A}">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91" autoAdjust="0"/>
    <p:restoredTop sz="96395" autoAdjust="0"/>
  </p:normalViewPr>
  <p:slideViewPr>
    <p:cSldViewPr snapToGrid="0">
      <p:cViewPr varScale="1">
        <p:scale>
          <a:sx n="76" d="100"/>
          <a:sy n="76" d="100"/>
        </p:scale>
        <p:origin x="114" y="31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raya Salazar" userId="S::soraya.salazar@kibernumacademy.com::fdf00a5c-f577-43dc-8064-9968cad83607" providerId="AD" clId="Web-{FE9336D0-AE06-54DF-A9E6-9890EECD2AA7}"/>
    <pc:docChg chg="modSld">
      <pc:chgData name="Soraya Salazar" userId="S::soraya.salazar@kibernumacademy.com::fdf00a5c-f577-43dc-8064-9968cad83607" providerId="AD" clId="Web-{FE9336D0-AE06-54DF-A9E6-9890EECD2AA7}" dt="2025-09-26T11:49:26.323" v="1"/>
      <pc:docMkLst>
        <pc:docMk/>
      </pc:docMkLst>
      <pc:sldChg chg="delSp modSp">
        <pc:chgData name="Soraya Salazar" userId="S::soraya.salazar@kibernumacademy.com::fdf00a5c-f577-43dc-8064-9968cad83607" providerId="AD" clId="Web-{FE9336D0-AE06-54DF-A9E6-9890EECD2AA7}" dt="2025-09-26T11:49:26.323" v="1"/>
        <pc:sldMkLst>
          <pc:docMk/>
          <pc:sldMk cId="1998777028" sldId="562"/>
        </pc:sldMkLst>
        <pc:spChg chg="del">
          <ac:chgData name="Soraya Salazar" userId="S::soraya.salazar@kibernumacademy.com::fdf00a5c-f577-43dc-8064-9968cad83607" providerId="AD" clId="Web-{FE9336D0-AE06-54DF-A9E6-9890EECD2AA7}" dt="2025-09-26T11:49:26.323" v="1"/>
          <ac:spMkLst>
            <pc:docMk/>
            <pc:sldMk cId="1998777028" sldId="562"/>
            <ac:spMk id="9" creationId="{00000000-0000-0000-0000-000000000000}"/>
          </ac:spMkLst>
        </pc:spChg>
        <pc:spChg chg="mod">
          <ac:chgData name="Soraya Salazar" userId="S::soraya.salazar@kibernumacademy.com::fdf00a5c-f577-43dc-8064-9968cad83607" providerId="AD" clId="Web-{FE9336D0-AE06-54DF-A9E6-9890EECD2AA7}" dt="2025-09-26T11:49:24.011" v="0" actId="20577"/>
          <ac:spMkLst>
            <pc:docMk/>
            <pc:sldMk cId="1998777028" sldId="562"/>
            <ac:spMk id="1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s-ES_tradn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B214ECDC-27AA-4BAE-B04E-533364742B70}" type="datetimeFigureOut">
              <a:rPr lang="es-ES_tradnl"/>
              <a:pPr>
                <a:defRPr/>
              </a:pPr>
              <a:t>26/09/2025</a:t>
            </a:fld>
            <a:endParaRPr lang="es-ES_tradn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s-ES_tradnl" noProof="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noProof="0"/>
              <a:t>Editar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endParaRPr lang="es-ES_tradnl" noProof="0"/>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s-ES_tradn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661DC0F2-0470-49B2-BD20-1BE6BAB0CFEB}" type="slidenum">
              <a:rPr lang="es-ES_tradnl" altLang="es-CL"/>
              <a:pPr/>
              <a:t>‹Nº›</a:t>
            </a:fld>
            <a:endParaRPr lang="es-ES_tradnl" altLang="es-CL"/>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ES_tradnl"/>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endParaRPr lang="es-ES_tradnl"/>
          </a:p>
        </p:txBody>
      </p:sp>
      <p:sp>
        <p:nvSpPr>
          <p:cNvPr id="4" name="Marcador de fecha 3"/>
          <p:cNvSpPr>
            <a:spLocks noGrp="1"/>
          </p:cNvSpPr>
          <p:nvPr>
            <p:ph type="dt" sz="half" idx="10"/>
          </p:nvPr>
        </p:nvSpPr>
        <p:spPr/>
        <p:txBody>
          <a:bodyPr/>
          <a:lstStyle>
            <a:lvl1pPr>
              <a:defRPr/>
            </a:lvl1pPr>
          </a:lstStyle>
          <a:p>
            <a:pPr>
              <a:defRPr/>
            </a:pPr>
            <a:fld id="{723CE86C-1FAA-476E-8610-6CF612D82F6D}" type="datetimeFigureOut">
              <a:rPr lang="es-ES_tradnl"/>
              <a:pPr>
                <a:defRPr/>
              </a:pPr>
              <a:t>26/09/2025</a:t>
            </a:fld>
            <a:endParaRPr lang="es-ES_tradnl"/>
          </a:p>
        </p:txBody>
      </p:sp>
      <p:sp>
        <p:nvSpPr>
          <p:cNvPr id="5" name="Marcador de pie de página 4"/>
          <p:cNvSpPr>
            <a:spLocks noGrp="1"/>
          </p:cNvSpPr>
          <p:nvPr>
            <p:ph type="ftr" sz="quarter" idx="11"/>
          </p:nvPr>
        </p:nvSpPr>
        <p:spPr/>
        <p:txBody>
          <a:bodyPr/>
          <a:lstStyle>
            <a:lvl1pPr>
              <a:defRPr/>
            </a:lvl1pPr>
          </a:lstStyle>
          <a:p>
            <a:pPr>
              <a:defRPr/>
            </a:pPr>
            <a:endParaRPr lang="es-ES_tradnl"/>
          </a:p>
        </p:txBody>
      </p:sp>
      <p:sp>
        <p:nvSpPr>
          <p:cNvPr id="6" name="Marcador de número de diapositiva 5"/>
          <p:cNvSpPr>
            <a:spLocks noGrp="1"/>
          </p:cNvSpPr>
          <p:nvPr>
            <p:ph type="sldNum" sz="quarter" idx="12"/>
          </p:nvPr>
        </p:nvSpPr>
        <p:spPr/>
        <p:txBody>
          <a:bodyPr/>
          <a:lstStyle>
            <a:lvl1pPr>
              <a:defRPr/>
            </a:lvl1pPr>
          </a:lstStyle>
          <a:p>
            <a:fld id="{17FDA0F7-3317-4A90-85A9-784F1E0F6A0E}" type="slidenum">
              <a:rPr lang="es-ES_tradnl" altLang="es-CL"/>
              <a:pPr/>
              <a:t>‹Nº›</a:t>
            </a:fld>
            <a:endParaRPr lang="es-ES_tradnl" altLang="es-CL"/>
          </a:p>
        </p:txBody>
      </p:sp>
    </p:spTree>
    <p:extLst>
      <p:ext uri="{BB962C8B-B14F-4D97-AF65-F5344CB8AC3E}">
        <p14:creationId xmlns:p14="http://schemas.microsoft.com/office/powerpoint/2010/main" val="269372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S_tradnl"/>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fecha 3"/>
          <p:cNvSpPr>
            <a:spLocks noGrp="1"/>
          </p:cNvSpPr>
          <p:nvPr>
            <p:ph type="dt" sz="half" idx="10"/>
          </p:nvPr>
        </p:nvSpPr>
        <p:spPr/>
        <p:txBody>
          <a:bodyPr/>
          <a:lstStyle>
            <a:lvl1pPr>
              <a:defRPr/>
            </a:lvl1pPr>
          </a:lstStyle>
          <a:p>
            <a:pPr>
              <a:defRPr/>
            </a:pPr>
            <a:fld id="{E95A1AB2-ABDE-4AA7-B0BA-B4771DBF257E}" type="datetimeFigureOut">
              <a:rPr lang="es-ES_tradnl"/>
              <a:pPr>
                <a:defRPr/>
              </a:pPr>
              <a:t>26/09/2025</a:t>
            </a:fld>
            <a:endParaRPr lang="es-ES_tradnl"/>
          </a:p>
        </p:txBody>
      </p:sp>
      <p:sp>
        <p:nvSpPr>
          <p:cNvPr id="5" name="Marcador de pie de página 4"/>
          <p:cNvSpPr>
            <a:spLocks noGrp="1"/>
          </p:cNvSpPr>
          <p:nvPr>
            <p:ph type="ftr" sz="quarter" idx="11"/>
          </p:nvPr>
        </p:nvSpPr>
        <p:spPr/>
        <p:txBody>
          <a:bodyPr/>
          <a:lstStyle>
            <a:lvl1pPr>
              <a:defRPr/>
            </a:lvl1pPr>
          </a:lstStyle>
          <a:p>
            <a:pPr>
              <a:defRPr/>
            </a:pPr>
            <a:endParaRPr lang="es-ES_tradnl"/>
          </a:p>
        </p:txBody>
      </p:sp>
      <p:sp>
        <p:nvSpPr>
          <p:cNvPr id="6" name="Marcador de número de diapositiva 5"/>
          <p:cNvSpPr>
            <a:spLocks noGrp="1"/>
          </p:cNvSpPr>
          <p:nvPr>
            <p:ph type="sldNum" sz="quarter" idx="12"/>
          </p:nvPr>
        </p:nvSpPr>
        <p:spPr/>
        <p:txBody>
          <a:bodyPr/>
          <a:lstStyle>
            <a:lvl1pPr>
              <a:defRPr/>
            </a:lvl1pPr>
          </a:lstStyle>
          <a:p>
            <a:fld id="{35CBBCA2-D1A3-4B4D-AC73-9D069169A434}" type="slidenum">
              <a:rPr lang="es-ES_tradnl" altLang="es-CL"/>
              <a:pPr/>
              <a:t>‹Nº›</a:t>
            </a:fld>
            <a:endParaRPr lang="es-ES_tradnl" altLang="es-CL"/>
          </a:p>
        </p:txBody>
      </p:sp>
    </p:spTree>
    <p:extLst>
      <p:ext uri="{BB962C8B-B14F-4D97-AF65-F5344CB8AC3E}">
        <p14:creationId xmlns:p14="http://schemas.microsoft.com/office/powerpoint/2010/main" val="2546720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ES_tradnl"/>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lvl1pPr>
              <a:defRPr/>
            </a:lvl1pPr>
          </a:lstStyle>
          <a:p>
            <a:pPr>
              <a:defRPr/>
            </a:pPr>
            <a:fld id="{096A1A31-6B2F-42D4-9D8B-250D0522AC84}" type="datetimeFigureOut">
              <a:rPr lang="es-ES_tradnl"/>
              <a:pPr>
                <a:defRPr/>
              </a:pPr>
              <a:t>26/09/2025</a:t>
            </a:fld>
            <a:endParaRPr lang="es-ES_tradnl"/>
          </a:p>
        </p:txBody>
      </p:sp>
      <p:sp>
        <p:nvSpPr>
          <p:cNvPr id="5" name="Marcador de pie de página 4"/>
          <p:cNvSpPr>
            <a:spLocks noGrp="1"/>
          </p:cNvSpPr>
          <p:nvPr>
            <p:ph type="ftr" sz="quarter" idx="11"/>
          </p:nvPr>
        </p:nvSpPr>
        <p:spPr/>
        <p:txBody>
          <a:bodyPr/>
          <a:lstStyle>
            <a:lvl1pPr>
              <a:defRPr/>
            </a:lvl1pPr>
          </a:lstStyle>
          <a:p>
            <a:pPr>
              <a:defRPr/>
            </a:pPr>
            <a:endParaRPr lang="es-ES_tradnl"/>
          </a:p>
        </p:txBody>
      </p:sp>
      <p:sp>
        <p:nvSpPr>
          <p:cNvPr id="6" name="Marcador de número de diapositiva 5"/>
          <p:cNvSpPr>
            <a:spLocks noGrp="1"/>
          </p:cNvSpPr>
          <p:nvPr>
            <p:ph type="sldNum" sz="quarter" idx="12"/>
          </p:nvPr>
        </p:nvSpPr>
        <p:spPr/>
        <p:txBody>
          <a:bodyPr/>
          <a:lstStyle>
            <a:lvl1pPr>
              <a:defRPr/>
            </a:lvl1pPr>
          </a:lstStyle>
          <a:p>
            <a:fld id="{4248B1C2-5544-4117-B964-FFA2790965CB}" type="slidenum">
              <a:rPr lang="es-ES_tradnl" altLang="es-CL"/>
              <a:pPr/>
              <a:t>‹Nº›</a:t>
            </a:fld>
            <a:endParaRPr lang="es-ES_tradnl" altLang="es-CL"/>
          </a:p>
        </p:txBody>
      </p:sp>
    </p:spTree>
    <p:extLst>
      <p:ext uri="{BB962C8B-B14F-4D97-AF65-F5344CB8AC3E}">
        <p14:creationId xmlns:p14="http://schemas.microsoft.com/office/powerpoint/2010/main" val="4244721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S_tradnl"/>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Marcador de fecha 3"/>
          <p:cNvSpPr>
            <a:spLocks noGrp="1"/>
          </p:cNvSpPr>
          <p:nvPr>
            <p:ph type="dt" sz="half" idx="10"/>
          </p:nvPr>
        </p:nvSpPr>
        <p:spPr/>
        <p:txBody>
          <a:bodyPr/>
          <a:lstStyle>
            <a:lvl1pPr>
              <a:defRPr/>
            </a:lvl1pPr>
          </a:lstStyle>
          <a:p>
            <a:pPr>
              <a:defRPr/>
            </a:pPr>
            <a:fld id="{5CC90434-FF42-4568-BAFD-14D07093E120}" type="datetimeFigureOut">
              <a:rPr lang="es-ES_tradnl"/>
              <a:pPr>
                <a:defRPr/>
              </a:pPr>
              <a:t>26/09/2025</a:t>
            </a:fld>
            <a:endParaRPr lang="es-ES_tradnl"/>
          </a:p>
        </p:txBody>
      </p:sp>
      <p:sp>
        <p:nvSpPr>
          <p:cNvPr id="6" name="Marcador de pie de página 4"/>
          <p:cNvSpPr>
            <a:spLocks noGrp="1"/>
          </p:cNvSpPr>
          <p:nvPr>
            <p:ph type="ftr" sz="quarter" idx="11"/>
          </p:nvPr>
        </p:nvSpPr>
        <p:spPr/>
        <p:txBody>
          <a:bodyPr/>
          <a:lstStyle>
            <a:lvl1pPr>
              <a:defRPr/>
            </a:lvl1pPr>
          </a:lstStyle>
          <a:p>
            <a:pPr>
              <a:defRPr/>
            </a:pPr>
            <a:endParaRPr lang="es-ES_tradnl"/>
          </a:p>
        </p:txBody>
      </p:sp>
      <p:sp>
        <p:nvSpPr>
          <p:cNvPr id="7" name="Marcador de número de diapositiva 5"/>
          <p:cNvSpPr>
            <a:spLocks noGrp="1"/>
          </p:cNvSpPr>
          <p:nvPr>
            <p:ph type="sldNum" sz="quarter" idx="12"/>
          </p:nvPr>
        </p:nvSpPr>
        <p:spPr/>
        <p:txBody>
          <a:bodyPr/>
          <a:lstStyle>
            <a:lvl1pPr>
              <a:defRPr/>
            </a:lvl1pPr>
          </a:lstStyle>
          <a:p>
            <a:fld id="{81203834-0EF4-4D06-A8D3-876274F5BE0F}" type="slidenum">
              <a:rPr lang="es-ES_tradnl" altLang="es-CL"/>
              <a:pPr/>
              <a:t>‹Nº›</a:t>
            </a:fld>
            <a:endParaRPr lang="es-ES_tradnl" altLang="es-CL"/>
          </a:p>
        </p:txBody>
      </p:sp>
    </p:spTree>
    <p:extLst>
      <p:ext uri="{BB962C8B-B14F-4D97-AF65-F5344CB8AC3E}">
        <p14:creationId xmlns:p14="http://schemas.microsoft.com/office/powerpoint/2010/main" val="939723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ES_tradnl"/>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7" name="Marcador de fecha 3"/>
          <p:cNvSpPr>
            <a:spLocks noGrp="1"/>
          </p:cNvSpPr>
          <p:nvPr>
            <p:ph type="dt" sz="half" idx="10"/>
          </p:nvPr>
        </p:nvSpPr>
        <p:spPr/>
        <p:txBody>
          <a:bodyPr/>
          <a:lstStyle>
            <a:lvl1pPr>
              <a:defRPr/>
            </a:lvl1pPr>
          </a:lstStyle>
          <a:p>
            <a:pPr>
              <a:defRPr/>
            </a:pPr>
            <a:fld id="{3AE415DC-2033-47BD-86E8-F874CF6E7C58}" type="datetimeFigureOut">
              <a:rPr lang="es-ES_tradnl"/>
              <a:pPr>
                <a:defRPr/>
              </a:pPr>
              <a:t>26/09/2025</a:t>
            </a:fld>
            <a:endParaRPr lang="es-ES_tradnl"/>
          </a:p>
        </p:txBody>
      </p:sp>
      <p:sp>
        <p:nvSpPr>
          <p:cNvPr id="8" name="Marcador de pie de página 4"/>
          <p:cNvSpPr>
            <a:spLocks noGrp="1"/>
          </p:cNvSpPr>
          <p:nvPr>
            <p:ph type="ftr" sz="quarter" idx="11"/>
          </p:nvPr>
        </p:nvSpPr>
        <p:spPr/>
        <p:txBody>
          <a:bodyPr/>
          <a:lstStyle>
            <a:lvl1pPr>
              <a:defRPr/>
            </a:lvl1pPr>
          </a:lstStyle>
          <a:p>
            <a:pPr>
              <a:defRPr/>
            </a:pPr>
            <a:endParaRPr lang="es-ES_tradnl"/>
          </a:p>
        </p:txBody>
      </p:sp>
      <p:sp>
        <p:nvSpPr>
          <p:cNvPr id="9" name="Marcador de número de diapositiva 5"/>
          <p:cNvSpPr>
            <a:spLocks noGrp="1"/>
          </p:cNvSpPr>
          <p:nvPr>
            <p:ph type="sldNum" sz="quarter" idx="12"/>
          </p:nvPr>
        </p:nvSpPr>
        <p:spPr/>
        <p:txBody>
          <a:bodyPr/>
          <a:lstStyle>
            <a:lvl1pPr>
              <a:defRPr/>
            </a:lvl1pPr>
          </a:lstStyle>
          <a:p>
            <a:fld id="{6A3AF083-3250-4136-BEB9-7AF9A938BA7A}" type="slidenum">
              <a:rPr lang="es-ES_tradnl" altLang="es-CL"/>
              <a:pPr/>
              <a:t>‹Nº›</a:t>
            </a:fld>
            <a:endParaRPr lang="es-ES_tradnl" altLang="es-CL"/>
          </a:p>
        </p:txBody>
      </p:sp>
    </p:spTree>
    <p:extLst>
      <p:ext uri="{BB962C8B-B14F-4D97-AF65-F5344CB8AC3E}">
        <p14:creationId xmlns:p14="http://schemas.microsoft.com/office/powerpoint/2010/main" val="31921557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S_tradnl"/>
          </a:p>
        </p:txBody>
      </p:sp>
      <p:sp>
        <p:nvSpPr>
          <p:cNvPr id="3" name="Marcador de fecha 3"/>
          <p:cNvSpPr>
            <a:spLocks noGrp="1"/>
          </p:cNvSpPr>
          <p:nvPr>
            <p:ph type="dt" sz="half" idx="10"/>
          </p:nvPr>
        </p:nvSpPr>
        <p:spPr/>
        <p:txBody>
          <a:bodyPr/>
          <a:lstStyle>
            <a:lvl1pPr>
              <a:defRPr/>
            </a:lvl1pPr>
          </a:lstStyle>
          <a:p>
            <a:pPr>
              <a:defRPr/>
            </a:pPr>
            <a:fld id="{688908FD-EE54-425E-B52D-A5E77FE0F4E1}" type="datetimeFigureOut">
              <a:rPr lang="es-ES_tradnl"/>
              <a:pPr>
                <a:defRPr/>
              </a:pPr>
              <a:t>26/09/2025</a:t>
            </a:fld>
            <a:endParaRPr lang="es-ES_tradnl"/>
          </a:p>
        </p:txBody>
      </p:sp>
      <p:sp>
        <p:nvSpPr>
          <p:cNvPr id="4" name="Marcador de pie de página 4"/>
          <p:cNvSpPr>
            <a:spLocks noGrp="1"/>
          </p:cNvSpPr>
          <p:nvPr>
            <p:ph type="ftr" sz="quarter" idx="11"/>
          </p:nvPr>
        </p:nvSpPr>
        <p:spPr/>
        <p:txBody>
          <a:bodyPr/>
          <a:lstStyle>
            <a:lvl1pPr>
              <a:defRPr/>
            </a:lvl1pPr>
          </a:lstStyle>
          <a:p>
            <a:pPr>
              <a:defRPr/>
            </a:pPr>
            <a:endParaRPr lang="es-ES_tradnl"/>
          </a:p>
        </p:txBody>
      </p:sp>
      <p:sp>
        <p:nvSpPr>
          <p:cNvPr id="5" name="Marcador de número de diapositiva 5"/>
          <p:cNvSpPr>
            <a:spLocks noGrp="1"/>
          </p:cNvSpPr>
          <p:nvPr>
            <p:ph type="sldNum" sz="quarter" idx="12"/>
          </p:nvPr>
        </p:nvSpPr>
        <p:spPr/>
        <p:txBody>
          <a:bodyPr/>
          <a:lstStyle>
            <a:lvl1pPr>
              <a:defRPr/>
            </a:lvl1pPr>
          </a:lstStyle>
          <a:p>
            <a:fld id="{59C4D746-ECE6-4F12-9BD7-02F1A03DE9BC}" type="slidenum">
              <a:rPr lang="es-ES_tradnl" altLang="es-CL"/>
              <a:pPr/>
              <a:t>‹Nº›</a:t>
            </a:fld>
            <a:endParaRPr lang="es-ES_tradnl" altLang="es-CL"/>
          </a:p>
        </p:txBody>
      </p:sp>
    </p:spTree>
    <p:extLst>
      <p:ext uri="{BB962C8B-B14F-4D97-AF65-F5344CB8AC3E}">
        <p14:creationId xmlns:p14="http://schemas.microsoft.com/office/powerpoint/2010/main" val="1155446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3"/>
          <p:cNvSpPr>
            <a:spLocks noGrp="1"/>
          </p:cNvSpPr>
          <p:nvPr>
            <p:ph type="dt" sz="half" idx="10"/>
          </p:nvPr>
        </p:nvSpPr>
        <p:spPr/>
        <p:txBody>
          <a:bodyPr/>
          <a:lstStyle>
            <a:lvl1pPr>
              <a:defRPr/>
            </a:lvl1pPr>
          </a:lstStyle>
          <a:p>
            <a:pPr>
              <a:defRPr/>
            </a:pPr>
            <a:fld id="{454B1D3B-28B6-43FE-A4A1-ACF50A9182C7}" type="datetimeFigureOut">
              <a:rPr lang="es-ES_tradnl"/>
              <a:pPr>
                <a:defRPr/>
              </a:pPr>
              <a:t>26/09/2025</a:t>
            </a:fld>
            <a:endParaRPr lang="es-ES_tradnl"/>
          </a:p>
        </p:txBody>
      </p:sp>
      <p:sp>
        <p:nvSpPr>
          <p:cNvPr id="3" name="Marcador de pie de página 4"/>
          <p:cNvSpPr>
            <a:spLocks noGrp="1"/>
          </p:cNvSpPr>
          <p:nvPr>
            <p:ph type="ftr" sz="quarter" idx="11"/>
          </p:nvPr>
        </p:nvSpPr>
        <p:spPr/>
        <p:txBody>
          <a:bodyPr/>
          <a:lstStyle>
            <a:lvl1pPr>
              <a:defRPr/>
            </a:lvl1pPr>
          </a:lstStyle>
          <a:p>
            <a:pPr>
              <a:defRPr/>
            </a:pPr>
            <a:endParaRPr lang="es-ES_tradnl"/>
          </a:p>
        </p:txBody>
      </p:sp>
      <p:sp>
        <p:nvSpPr>
          <p:cNvPr id="4" name="Marcador de número de diapositiva 5"/>
          <p:cNvSpPr>
            <a:spLocks noGrp="1"/>
          </p:cNvSpPr>
          <p:nvPr>
            <p:ph type="sldNum" sz="quarter" idx="12"/>
          </p:nvPr>
        </p:nvSpPr>
        <p:spPr/>
        <p:txBody>
          <a:bodyPr/>
          <a:lstStyle>
            <a:lvl1pPr>
              <a:defRPr/>
            </a:lvl1pPr>
          </a:lstStyle>
          <a:p>
            <a:fld id="{546EC160-BB17-4C5C-A913-243CEE97784F}" type="slidenum">
              <a:rPr lang="es-ES_tradnl" altLang="es-CL"/>
              <a:pPr/>
              <a:t>‹Nº›</a:t>
            </a:fld>
            <a:endParaRPr lang="es-ES_tradnl" altLang="es-CL"/>
          </a:p>
        </p:txBody>
      </p:sp>
    </p:spTree>
    <p:extLst>
      <p:ext uri="{BB962C8B-B14F-4D97-AF65-F5344CB8AC3E}">
        <p14:creationId xmlns:p14="http://schemas.microsoft.com/office/powerpoint/2010/main" val="29216657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S_tradnl"/>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3"/>
          <p:cNvSpPr>
            <a:spLocks noGrp="1"/>
          </p:cNvSpPr>
          <p:nvPr>
            <p:ph type="dt" sz="half" idx="10"/>
          </p:nvPr>
        </p:nvSpPr>
        <p:spPr/>
        <p:txBody>
          <a:bodyPr/>
          <a:lstStyle>
            <a:lvl1pPr>
              <a:defRPr/>
            </a:lvl1pPr>
          </a:lstStyle>
          <a:p>
            <a:pPr>
              <a:defRPr/>
            </a:pPr>
            <a:fld id="{022D298C-5E21-4FDC-838E-33C54A0835BE}" type="datetimeFigureOut">
              <a:rPr lang="es-ES_tradnl"/>
              <a:pPr>
                <a:defRPr/>
              </a:pPr>
              <a:t>26/09/2025</a:t>
            </a:fld>
            <a:endParaRPr lang="es-ES_tradnl"/>
          </a:p>
        </p:txBody>
      </p:sp>
      <p:sp>
        <p:nvSpPr>
          <p:cNvPr id="6" name="Marcador de pie de página 4"/>
          <p:cNvSpPr>
            <a:spLocks noGrp="1"/>
          </p:cNvSpPr>
          <p:nvPr>
            <p:ph type="ftr" sz="quarter" idx="11"/>
          </p:nvPr>
        </p:nvSpPr>
        <p:spPr/>
        <p:txBody>
          <a:bodyPr/>
          <a:lstStyle>
            <a:lvl1pPr>
              <a:defRPr/>
            </a:lvl1pPr>
          </a:lstStyle>
          <a:p>
            <a:pPr>
              <a:defRPr/>
            </a:pPr>
            <a:endParaRPr lang="es-ES_tradnl"/>
          </a:p>
        </p:txBody>
      </p:sp>
      <p:sp>
        <p:nvSpPr>
          <p:cNvPr id="7" name="Marcador de número de diapositiva 5"/>
          <p:cNvSpPr>
            <a:spLocks noGrp="1"/>
          </p:cNvSpPr>
          <p:nvPr>
            <p:ph type="sldNum" sz="quarter" idx="12"/>
          </p:nvPr>
        </p:nvSpPr>
        <p:spPr/>
        <p:txBody>
          <a:bodyPr/>
          <a:lstStyle>
            <a:lvl1pPr>
              <a:defRPr/>
            </a:lvl1pPr>
          </a:lstStyle>
          <a:p>
            <a:fld id="{F01B316F-FC05-4AA9-8B17-611F2B66785A}" type="slidenum">
              <a:rPr lang="es-ES_tradnl" altLang="es-CL"/>
              <a:pPr/>
              <a:t>‹Nº›</a:t>
            </a:fld>
            <a:endParaRPr lang="es-ES_tradnl" altLang="es-CL"/>
          </a:p>
        </p:txBody>
      </p:sp>
    </p:spTree>
    <p:extLst>
      <p:ext uri="{BB962C8B-B14F-4D97-AF65-F5344CB8AC3E}">
        <p14:creationId xmlns:p14="http://schemas.microsoft.com/office/powerpoint/2010/main" val="15247005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S_tradnl"/>
          </a:p>
        </p:txBody>
      </p:sp>
      <p:sp>
        <p:nvSpPr>
          <p:cNvPr id="3" name="Marcador de posición de imagen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ES_tradnl" noProof="0"/>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3"/>
          <p:cNvSpPr>
            <a:spLocks noGrp="1"/>
          </p:cNvSpPr>
          <p:nvPr>
            <p:ph type="dt" sz="half" idx="10"/>
          </p:nvPr>
        </p:nvSpPr>
        <p:spPr/>
        <p:txBody>
          <a:bodyPr/>
          <a:lstStyle>
            <a:lvl1pPr>
              <a:defRPr/>
            </a:lvl1pPr>
          </a:lstStyle>
          <a:p>
            <a:pPr>
              <a:defRPr/>
            </a:pPr>
            <a:fld id="{A65492E0-A143-485F-B68F-8CC91249D59B}" type="datetimeFigureOut">
              <a:rPr lang="es-ES_tradnl"/>
              <a:pPr>
                <a:defRPr/>
              </a:pPr>
              <a:t>26/09/2025</a:t>
            </a:fld>
            <a:endParaRPr lang="es-ES_tradnl"/>
          </a:p>
        </p:txBody>
      </p:sp>
      <p:sp>
        <p:nvSpPr>
          <p:cNvPr id="6" name="Marcador de pie de página 4"/>
          <p:cNvSpPr>
            <a:spLocks noGrp="1"/>
          </p:cNvSpPr>
          <p:nvPr>
            <p:ph type="ftr" sz="quarter" idx="11"/>
          </p:nvPr>
        </p:nvSpPr>
        <p:spPr/>
        <p:txBody>
          <a:bodyPr/>
          <a:lstStyle>
            <a:lvl1pPr>
              <a:defRPr/>
            </a:lvl1pPr>
          </a:lstStyle>
          <a:p>
            <a:pPr>
              <a:defRPr/>
            </a:pPr>
            <a:endParaRPr lang="es-ES_tradnl"/>
          </a:p>
        </p:txBody>
      </p:sp>
      <p:sp>
        <p:nvSpPr>
          <p:cNvPr id="7" name="Marcador de número de diapositiva 5"/>
          <p:cNvSpPr>
            <a:spLocks noGrp="1"/>
          </p:cNvSpPr>
          <p:nvPr>
            <p:ph type="sldNum" sz="quarter" idx="12"/>
          </p:nvPr>
        </p:nvSpPr>
        <p:spPr/>
        <p:txBody>
          <a:bodyPr/>
          <a:lstStyle>
            <a:lvl1pPr>
              <a:defRPr/>
            </a:lvl1pPr>
          </a:lstStyle>
          <a:p>
            <a:fld id="{EDC192D6-CB19-4D76-BAD3-1D4E4EA927D1}" type="slidenum">
              <a:rPr lang="es-ES_tradnl" altLang="es-CL"/>
              <a:pPr/>
              <a:t>‹Nº›</a:t>
            </a:fld>
            <a:endParaRPr lang="es-ES_tradnl" altLang="es-CL"/>
          </a:p>
        </p:txBody>
      </p:sp>
    </p:spTree>
    <p:extLst>
      <p:ext uri="{BB962C8B-B14F-4D97-AF65-F5344CB8AC3E}">
        <p14:creationId xmlns:p14="http://schemas.microsoft.com/office/powerpoint/2010/main" val="1631019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S_tradnl"/>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fecha 3"/>
          <p:cNvSpPr>
            <a:spLocks noGrp="1"/>
          </p:cNvSpPr>
          <p:nvPr>
            <p:ph type="dt" sz="half" idx="10"/>
          </p:nvPr>
        </p:nvSpPr>
        <p:spPr/>
        <p:txBody>
          <a:bodyPr/>
          <a:lstStyle>
            <a:lvl1pPr>
              <a:defRPr/>
            </a:lvl1pPr>
          </a:lstStyle>
          <a:p>
            <a:pPr>
              <a:defRPr/>
            </a:pPr>
            <a:fld id="{4C38D573-BBF9-4466-8100-20705A6765C2}" type="datetimeFigureOut">
              <a:rPr lang="es-ES_tradnl"/>
              <a:pPr>
                <a:defRPr/>
              </a:pPr>
              <a:t>26/09/2025</a:t>
            </a:fld>
            <a:endParaRPr lang="es-ES_tradnl"/>
          </a:p>
        </p:txBody>
      </p:sp>
      <p:sp>
        <p:nvSpPr>
          <p:cNvPr id="5" name="Marcador de pie de página 4"/>
          <p:cNvSpPr>
            <a:spLocks noGrp="1"/>
          </p:cNvSpPr>
          <p:nvPr>
            <p:ph type="ftr" sz="quarter" idx="11"/>
          </p:nvPr>
        </p:nvSpPr>
        <p:spPr/>
        <p:txBody>
          <a:bodyPr/>
          <a:lstStyle>
            <a:lvl1pPr>
              <a:defRPr/>
            </a:lvl1pPr>
          </a:lstStyle>
          <a:p>
            <a:pPr>
              <a:defRPr/>
            </a:pPr>
            <a:endParaRPr lang="es-ES_tradnl"/>
          </a:p>
        </p:txBody>
      </p:sp>
      <p:sp>
        <p:nvSpPr>
          <p:cNvPr id="6" name="Marcador de número de diapositiva 5"/>
          <p:cNvSpPr>
            <a:spLocks noGrp="1"/>
          </p:cNvSpPr>
          <p:nvPr>
            <p:ph type="sldNum" sz="quarter" idx="12"/>
          </p:nvPr>
        </p:nvSpPr>
        <p:spPr/>
        <p:txBody>
          <a:bodyPr/>
          <a:lstStyle>
            <a:lvl1pPr>
              <a:defRPr/>
            </a:lvl1pPr>
          </a:lstStyle>
          <a:p>
            <a:fld id="{64F13FBE-C0B8-4F7C-B7BE-9681116FC5EC}" type="slidenum">
              <a:rPr lang="es-ES_tradnl" altLang="es-CL"/>
              <a:pPr/>
              <a:t>‹Nº›</a:t>
            </a:fld>
            <a:endParaRPr lang="es-ES_tradnl" altLang="es-CL"/>
          </a:p>
        </p:txBody>
      </p:sp>
    </p:spTree>
    <p:extLst>
      <p:ext uri="{BB962C8B-B14F-4D97-AF65-F5344CB8AC3E}">
        <p14:creationId xmlns:p14="http://schemas.microsoft.com/office/powerpoint/2010/main" val="1856682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ES_tradnl"/>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fecha 3"/>
          <p:cNvSpPr>
            <a:spLocks noGrp="1"/>
          </p:cNvSpPr>
          <p:nvPr>
            <p:ph type="dt" sz="half" idx="10"/>
          </p:nvPr>
        </p:nvSpPr>
        <p:spPr/>
        <p:txBody>
          <a:bodyPr/>
          <a:lstStyle>
            <a:lvl1pPr>
              <a:defRPr/>
            </a:lvl1pPr>
          </a:lstStyle>
          <a:p>
            <a:pPr>
              <a:defRPr/>
            </a:pPr>
            <a:fld id="{A3C05822-3120-4BF7-B215-1DFE2C6DC6A3}" type="datetimeFigureOut">
              <a:rPr lang="es-ES_tradnl"/>
              <a:pPr>
                <a:defRPr/>
              </a:pPr>
              <a:t>26/09/2025</a:t>
            </a:fld>
            <a:endParaRPr lang="es-ES_tradnl"/>
          </a:p>
        </p:txBody>
      </p:sp>
      <p:sp>
        <p:nvSpPr>
          <p:cNvPr id="5" name="Marcador de pie de página 4"/>
          <p:cNvSpPr>
            <a:spLocks noGrp="1"/>
          </p:cNvSpPr>
          <p:nvPr>
            <p:ph type="ftr" sz="quarter" idx="11"/>
          </p:nvPr>
        </p:nvSpPr>
        <p:spPr/>
        <p:txBody>
          <a:bodyPr/>
          <a:lstStyle>
            <a:lvl1pPr>
              <a:defRPr/>
            </a:lvl1pPr>
          </a:lstStyle>
          <a:p>
            <a:pPr>
              <a:defRPr/>
            </a:pPr>
            <a:endParaRPr lang="es-ES_tradnl"/>
          </a:p>
        </p:txBody>
      </p:sp>
      <p:sp>
        <p:nvSpPr>
          <p:cNvPr id="6" name="Marcador de número de diapositiva 5"/>
          <p:cNvSpPr>
            <a:spLocks noGrp="1"/>
          </p:cNvSpPr>
          <p:nvPr>
            <p:ph type="sldNum" sz="quarter" idx="12"/>
          </p:nvPr>
        </p:nvSpPr>
        <p:spPr/>
        <p:txBody>
          <a:bodyPr/>
          <a:lstStyle>
            <a:lvl1pPr>
              <a:defRPr/>
            </a:lvl1pPr>
          </a:lstStyle>
          <a:p>
            <a:fld id="{F19D8483-F2FB-4D92-932B-BB90B8B7CC0E}" type="slidenum">
              <a:rPr lang="es-ES_tradnl" altLang="es-CL"/>
              <a:pPr/>
              <a:t>‹Nº›</a:t>
            </a:fld>
            <a:endParaRPr lang="es-ES_tradnl" altLang="es-CL"/>
          </a:p>
        </p:txBody>
      </p:sp>
    </p:spTree>
    <p:extLst>
      <p:ext uri="{BB962C8B-B14F-4D97-AF65-F5344CB8AC3E}">
        <p14:creationId xmlns:p14="http://schemas.microsoft.com/office/powerpoint/2010/main" val="34557498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lum/>
          </a:blip>
          <a:srcRect/>
          <a:stretch>
            <a:fillRect t="-1000" b="-1000"/>
          </a:stretch>
        </a:blipFill>
        <a:effectLst/>
      </p:bgPr>
    </p:bg>
    <p:spTree>
      <p:nvGrpSpPr>
        <p:cNvPr id="1" name=""/>
        <p:cNvGrpSpPr/>
        <p:nvPr/>
      </p:nvGrpSpPr>
      <p:grpSpPr>
        <a:xfrm>
          <a:off x="0" y="0"/>
          <a:ext cx="0" cy="0"/>
          <a:chOff x="0" y="0"/>
          <a:chExt cx="0" cy="0"/>
        </a:xfrm>
      </p:grpSpPr>
      <p:sp>
        <p:nvSpPr>
          <p:cNvPr id="1026" name="Marcador de título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s-ES" altLang="en-US"/>
              <a:t>Haga clic para modificar el estilo de título del patrón</a:t>
            </a:r>
            <a:endParaRPr lang="es-ES_tradnl" altLang="en-US"/>
          </a:p>
        </p:txBody>
      </p:sp>
      <p:sp>
        <p:nvSpPr>
          <p:cNvPr id="1027" name="Marcador de texto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s-ES" altLang="en-US"/>
              <a:t>Editar el estilo de texto del patrón</a:t>
            </a:r>
          </a:p>
          <a:p>
            <a:pPr lvl="1"/>
            <a:r>
              <a:rPr lang="es-ES" altLang="en-US"/>
              <a:t>Segundo nivel</a:t>
            </a:r>
          </a:p>
          <a:p>
            <a:pPr lvl="2"/>
            <a:r>
              <a:rPr lang="es-ES" altLang="en-US"/>
              <a:t>Tercer nivel</a:t>
            </a:r>
          </a:p>
          <a:p>
            <a:pPr lvl="3"/>
            <a:r>
              <a:rPr lang="es-ES" altLang="en-US"/>
              <a:t>Cuarto nivel</a:t>
            </a:r>
          </a:p>
          <a:p>
            <a:pPr lvl="4"/>
            <a:r>
              <a:rPr lang="es-ES" altLang="en-US"/>
              <a:t>Quinto nivel</a:t>
            </a:r>
            <a:endParaRPr lang="es-ES_tradnl" altLang="en-US"/>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40F057B8-E3CD-456E-9A46-2B8B20AF9933}" type="datetimeFigureOut">
              <a:rPr lang="es-ES_tradnl"/>
              <a:pPr>
                <a:defRPr/>
              </a:pPr>
              <a:t>26/09/2025</a:t>
            </a:fld>
            <a:endParaRPr lang="es-ES_tradnl"/>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s-ES_tradnl"/>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F59D94CD-8797-4F90-8E76-E70F46B730A3}" type="slidenum">
              <a:rPr lang="es-ES_tradnl" altLang="es-CL"/>
              <a:pPr/>
              <a:t>‹Nº›</a:t>
            </a:fld>
            <a:endParaRPr lang="es-ES_tradnl" altLang="es-CL"/>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descr="Diagrama&#10;&#10;Descripción generada automáticamente con confianza media">
            <a:extLst>
              <a:ext uri="{FF2B5EF4-FFF2-40B4-BE49-F238E27FC236}">
                <a16:creationId xmlns:a16="http://schemas.microsoft.com/office/drawing/2014/main" id="{02FB8815-80A8-175E-A850-C2084DB0DF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7037762"/>
          </a:xfrm>
          <a:prstGeom prst="rect">
            <a:avLst/>
          </a:prstGeom>
        </p:spPr>
      </p:pic>
      <p:sp>
        <p:nvSpPr>
          <p:cNvPr id="5" name="Rectangle: Rounded Corners 22">
            <a:extLst>
              <a:ext uri="{FF2B5EF4-FFF2-40B4-BE49-F238E27FC236}">
                <a16:creationId xmlns:a16="http://schemas.microsoft.com/office/drawing/2014/main" id="{100F0B21-F305-84E0-FC1E-67639502205C}"/>
              </a:ext>
            </a:extLst>
          </p:cNvPr>
          <p:cNvSpPr/>
          <p:nvPr/>
        </p:nvSpPr>
        <p:spPr>
          <a:xfrm>
            <a:off x="3715511" y="3918858"/>
            <a:ext cx="7308567" cy="1576252"/>
          </a:xfrm>
          <a:prstGeom prst="roundRect">
            <a:avLst>
              <a:gd name="adj" fmla="val 7874"/>
            </a:avLst>
          </a:prstGeom>
          <a:solidFill>
            <a:schemeClr val="tx1">
              <a:alpha val="76000"/>
            </a:schemeClr>
          </a:solidFill>
          <a:ln>
            <a:noFill/>
            <a:prstDash val="lgDash"/>
          </a:ln>
          <a:effectLst/>
        </p:spPr>
        <p:style>
          <a:lnRef idx="2">
            <a:schemeClr val="accent1">
              <a:shade val="50000"/>
            </a:schemeClr>
          </a:lnRef>
          <a:fillRef idx="1">
            <a:schemeClr val="accent1"/>
          </a:fillRef>
          <a:effectRef idx="0">
            <a:schemeClr val="accent1"/>
          </a:effectRef>
          <a:fontRef idx="minor">
            <a:schemeClr val="lt1"/>
          </a:fontRef>
        </p:style>
        <p:txBody>
          <a:bodyPr rIns="540000" anchor="ctr"/>
          <a:lstStyle>
            <a:defPPr>
              <a:defRPr lang="es-ES_tradnl"/>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800" b="1" dirty="0"/>
          </a:p>
        </p:txBody>
      </p:sp>
      <p:sp>
        <p:nvSpPr>
          <p:cNvPr id="8" name="Título 1"/>
          <p:cNvSpPr>
            <a:spLocks noGrp="1"/>
          </p:cNvSpPr>
          <p:nvPr>
            <p:ph type="ctrTitle"/>
          </p:nvPr>
        </p:nvSpPr>
        <p:spPr>
          <a:xfrm>
            <a:off x="3936273" y="4014651"/>
            <a:ext cx="6897189" cy="1403036"/>
          </a:xfrm>
        </p:spPr>
        <p:txBody>
          <a:bodyPr rtlCol="0">
            <a:noAutofit/>
          </a:bodyPr>
          <a:lstStyle/>
          <a:p>
            <a:pPr algn="l" eaLnBrk="1" fontAlgn="auto" hangingPunct="1">
              <a:spcAft>
                <a:spcPts val="0"/>
              </a:spcAft>
              <a:defRPr/>
            </a:pPr>
            <a:br>
              <a:rPr lang="es-CL" sz="4800" b="1" dirty="0">
                <a:solidFill>
                  <a:schemeClr val="bg1"/>
                </a:solidFill>
                <a:latin typeface="Arial" panose="020B0604020202020204" pitchFamily="34" charset="0"/>
                <a:cs typeface="Arial" panose="020B0604020202020204" pitchFamily="34" charset="0"/>
              </a:rPr>
            </a:br>
            <a:r>
              <a:rPr lang="es-ES" sz="4800" b="1" dirty="0">
                <a:solidFill>
                  <a:schemeClr val="bg1"/>
                </a:solidFill>
                <a:latin typeface="Arial" panose="020B0604020202020204" pitchFamily="34" charset="0"/>
                <a:cs typeface="Arial" panose="020B0604020202020204" pitchFamily="34" charset="0"/>
              </a:rPr>
              <a:t>Actividad: Lanzamiento de Dados</a:t>
            </a:r>
            <a:endParaRPr lang="es-ES_tradnl" sz="2800" b="1" dirty="0">
              <a:solidFill>
                <a:schemeClr val="bg1"/>
              </a:solidFill>
              <a:latin typeface="Arial" panose="020B0604020202020204" pitchFamily="34" charset="0"/>
              <a:cs typeface="Arial" panose="020B0604020202020204" pitchFamily="34" charset="0"/>
            </a:endParaRPr>
          </a:p>
        </p:txBody>
      </p:sp>
      <p:sp>
        <p:nvSpPr>
          <p:cNvPr id="10" name="Google Shape;92;p1"/>
          <p:cNvSpPr txBox="1"/>
          <p:nvPr/>
        </p:nvSpPr>
        <p:spPr>
          <a:xfrm>
            <a:off x="4001299" y="3382068"/>
            <a:ext cx="7022779" cy="400069"/>
          </a:xfrm>
          <a:prstGeom prst="rect">
            <a:avLst/>
          </a:prstGeom>
          <a:noFill/>
          <a:ln>
            <a:noFill/>
          </a:ln>
        </p:spPr>
        <p:txBody>
          <a:bodyPr spcFirstLastPara="1" wrap="square" lIns="91425" tIns="45700" rIns="91425" bIns="45700" anchor="t" anchorCtr="0">
            <a:spAutoFit/>
          </a:bodyPr>
          <a:lstStyle/>
          <a:p>
            <a:pPr marL="0" marR="0" lvl="0" indent="0" defTabSz="914400" eaLnBrk="0" fontAlgn="base" latinLnBrk="0" hangingPunct="0">
              <a:lnSpc>
                <a:spcPct val="100000"/>
              </a:lnSpc>
              <a:spcBef>
                <a:spcPts val="0"/>
              </a:spcBef>
              <a:spcAft>
                <a:spcPts val="0"/>
              </a:spcAft>
              <a:buClrTx/>
              <a:buSzTx/>
              <a:buFontTx/>
              <a:buNone/>
              <a:tabLst/>
              <a:defRPr/>
            </a:pPr>
            <a:r>
              <a:rPr kumimoji="0" lang="es-ES" sz="2000" b="1" i="0" u="none" strike="noStrike" kern="1200" cap="none" spc="0" normalizeH="0" baseline="0" noProof="0" dirty="0">
                <a:ln>
                  <a:noFill/>
                </a:ln>
                <a:solidFill>
                  <a:prstClr val="white"/>
                </a:solidFill>
                <a:effectLst/>
                <a:uLnTx/>
                <a:uFillTx/>
                <a:latin typeface="Arial"/>
                <a:cs typeface="Arial"/>
              </a:rPr>
              <a:t> Inferencia Estadística</a:t>
            </a:r>
            <a:endParaRPr kumimoji="0" sz="2000" b="0" i="0" u="none" strike="noStrike" kern="1200" cap="none" spc="0" normalizeH="0" baseline="0" noProof="0" dirty="0">
              <a:ln>
                <a:noFill/>
              </a:ln>
              <a:solidFill>
                <a:prstClr val="white"/>
              </a:solidFill>
              <a:effectLst/>
              <a:uLnTx/>
              <a:uFillTx/>
              <a:latin typeface="Arial"/>
              <a:ea typeface="Calibri"/>
              <a:cs typeface="Arial"/>
              <a:sym typeface="Calibri"/>
            </a:endParaRPr>
          </a:p>
        </p:txBody>
      </p:sp>
    </p:spTree>
    <p:extLst>
      <p:ext uri="{BB962C8B-B14F-4D97-AF65-F5344CB8AC3E}">
        <p14:creationId xmlns:p14="http://schemas.microsoft.com/office/powerpoint/2010/main" val="1998777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anim calcmode="lin" valueType="num">
                                      <p:cBhvr>
                                        <p:cTn id="8" dur="500" fill="hold"/>
                                        <p:tgtEl>
                                          <p:spTgt spid="8"/>
                                        </p:tgtEl>
                                        <p:attrNameLst>
                                          <p:attrName>ppt_x</p:attrName>
                                        </p:attrNameLst>
                                      </p:cBhvr>
                                      <p:tavLst>
                                        <p:tav tm="0">
                                          <p:val>
                                            <p:strVal val="#ppt_x"/>
                                          </p:val>
                                        </p:tav>
                                        <p:tav tm="100000">
                                          <p:val>
                                            <p:strVal val="#ppt_x"/>
                                          </p:val>
                                        </p:tav>
                                      </p:tavLst>
                                    </p:anim>
                                    <p:anim calcmode="lin" valueType="num">
                                      <p:cBhvr>
                                        <p:cTn id="9" dur="5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redondeado 1"/>
          <p:cNvSpPr/>
          <p:nvPr/>
        </p:nvSpPr>
        <p:spPr>
          <a:xfrm>
            <a:off x="-232318" y="2080279"/>
            <a:ext cx="11341601" cy="3081890"/>
          </a:xfrm>
          <a:prstGeom prst="roundRect">
            <a:avLst>
              <a:gd name="adj" fmla="val 2971"/>
            </a:avLst>
          </a:prstGeom>
          <a:gradFill flip="none" rotWithShape="1">
            <a:gsLst>
              <a:gs pos="0">
                <a:srgbClr val="078CAE">
                  <a:shade val="30000"/>
                  <a:satMod val="115000"/>
                </a:srgbClr>
              </a:gs>
              <a:gs pos="50000">
                <a:srgbClr val="078CAE">
                  <a:shade val="67500"/>
                  <a:satMod val="115000"/>
                </a:srgbClr>
              </a:gs>
              <a:gs pos="100000">
                <a:srgbClr val="078CAE">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3" name="CuadroTexto 12">
            <a:extLst>
              <a:ext uri="{FF2B5EF4-FFF2-40B4-BE49-F238E27FC236}">
                <a16:creationId xmlns:a16="http://schemas.microsoft.com/office/drawing/2014/main" id="{523B3A0C-1C10-D786-1819-3C83846BFBD6}"/>
              </a:ext>
            </a:extLst>
          </p:cNvPr>
          <p:cNvSpPr txBox="1"/>
          <p:nvPr/>
        </p:nvSpPr>
        <p:spPr>
          <a:xfrm>
            <a:off x="696484" y="2299847"/>
            <a:ext cx="10134426" cy="2862322"/>
          </a:xfrm>
          <a:prstGeom prst="rect">
            <a:avLst/>
          </a:prstGeom>
          <a:noFill/>
          <a:ln>
            <a:noFill/>
          </a:ln>
        </p:spPr>
        <p:txBody>
          <a:bodyPr wrap="square" rtlCol="0">
            <a:spAutoFit/>
          </a:bodyPr>
          <a:lstStyle/>
          <a:p>
            <a:pPr algn="just"/>
            <a:r>
              <a:rPr lang="es-ES" b="1" dirty="0">
                <a:solidFill>
                  <a:schemeClr val="bg1"/>
                </a:solidFill>
                <a:latin typeface="+mn-lt"/>
              </a:rPr>
              <a:t>Grupos de trabajo</a:t>
            </a:r>
          </a:p>
          <a:p>
            <a:pPr marL="285750" indent="-285750" algn="just">
              <a:buFont typeface="Wingdings" panose="05000000000000000000" pitchFamily="2" charset="2"/>
              <a:buChar char="Ø"/>
            </a:pPr>
            <a:r>
              <a:rPr lang="es-ES" dirty="0">
                <a:solidFill>
                  <a:schemeClr val="bg1"/>
                </a:solidFill>
                <a:latin typeface="+mn-lt"/>
              </a:rPr>
              <a:t>Grupos de 2 personas. (</a:t>
            </a:r>
            <a:r>
              <a:rPr lang="es-ES" dirty="0" err="1">
                <a:solidFill>
                  <a:schemeClr val="bg1"/>
                </a:solidFill>
                <a:latin typeface="+mn-lt"/>
              </a:rPr>
              <a:t>pair</a:t>
            </a:r>
            <a:r>
              <a:rPr lang="es-ES" dirty="0">
                <a:solidFill>
                  <a:schemeClr val="bg1"/>
                </a:solidFill>
                <a:latin typeface="+mn-lt"/>
              </a:rPr>
              <a:t> </a:t>
            </a:r>
            <a:r>
              <a:rPr lang="es-ES" dirty="0" err="1">
                <a:solidFill>
                  <a:schemeClr val="bg1"/>
                </a:solidFill>
                <a:latin typeface="+mn-lt"/>
              </a:rPr>
              <a:t>programming</a:t>
            </a:r>
            <a:r>
              <a:rPr lang="es-ES" dirty="0">
                <a:solidFill>
                  <a:schemeClr val="bg1"/>
                </a:solidFill>
                <a:latin typeface="+mn-lt"/>
              </a:rPr>
              <a:t>)</a:t>
            </a:r>
          </a:p>
          <a:p>
            <a:pPr algn="just"/>
            <a:endParaRPr lang="es-ES" b="1" dirty="0">
              <a:solidFill>
                <a:schemeClr val="bg1"/>
              </a:solidFill>
              <a:latin typeface="+mn-lt"/>
            </a:endParaRPr>
          </a:p>
          <a:p>
            <a:pPr algn="just"/>
            <a:r>
              <a:rPr lang="es-ES" b="1" dirty="0">
                <a:solidFill>
                  <a:schemeClr val="bg1"/>
                </a:solidFill>
                <a:latin typeface="+mn-lt"/>
              </a:rPr>
              <a:t>Tiempo</a:t>
            </a:r>
          </a:p>
          <a:p>
            <a:pPr marL="285750" indent="-285750" algn="just">
              <a:buFont typeface="Wingdings" panose="05000000000000000000" pitchFamily="2" charset="2"/>
              <a:buChar char="Ø"/>
            </a:pPr>
            <a:r>
              <a:rPr lang="es-ES" dirty="0">
                <a:solidFill>
                  <a:schemeClr val="bg1"/>
                </a:solidFill>
                <a:latin typeface="+mn-lt"/>
              </a:rPr>
              <a:t>30-40 minutos.</a:t>
            </a:r>
          </a:p>
          <a:p>
            <a:pPr algn="just"/>
            <a:endParaRPr lang="es-ES" b="1" dirty="0">
              <a:solidFill>
                <a:schemeClr val="bg1"/>
              </a:solidFill>
              <a:latin typeface="+mn-lt"/>
            </a:endParaRPr>
          </a:p>
          <a:p>
            <a:pPr algn="just"/>
            <a:r>
              <a:rPr lang="es-ES" b="1" dirty="0">
                <a:solidFill>
                  <a:schemeClr val="bg1"/>
                </a:solidFill>
                <a:latin typeface="+mn-lt"/>
              </a:rPr>
              <a:t>Objetivo</a:t>
            </a:r>
          </a:p>
          <a:p>
            <a:pPr marL="342900" indent="-342900" algn="just">
              <a:buFont typeface="+mj-lt"/>
              <a:buAutoNum type="arabicPeriod"/>
            </a:pPr>
            <a:r>
              <a:rPr lang="es-ES" dirty="0">
                <a:solidFill>
                  <a:schemeClr val="bg1"/>
                </a:solidFill>
                <a:latin typeface="+mn-lt"/>
              </a:rPr>
              <a:t>Aplicar propiedades de probabilidad para resolver un problema simple.</a:t>
            </a:r>
          </a:p>
          <a:p>
            <a:pPr marL="342900" indent="-342900" algn="just">
              <a:buFont typeface="+mj-lt"/>
              <a:buAutoNum type="arabicPeriod"/>
            </a:pPr>
            <a:r>
              <a:rPr lang="es-ES" dirty="0">
                <a:solidFill>
                  <a:schemeClr val="bg1"/>
                </a:solidFill>
                <a:latin typeface="+mn-lt"/>
              </a:rPr>
              <a:t>Aplicar propiedades de las distribuciones de probabilidad discretas.</a:t>
            </a:r>
          </a:p>
          <a:p>
            <a:pPr algn="just"/>
            <a:endParaRPr lang="es-ES" dirty="0">
              <a:solidFill>
                <a:schemeClr val="bg1"/>
              </a:solidFill>
              <a:latin typeface="+mn-lt"/>
            </a:endParaRPr>
          </a:p>
        </p:txBody>
      </p:sp>
      <p:sp>
        <p:nvSpPr>
          <p:cNvPr id="6" name="Título 1">
            <a:extLst>
              <a:ext uri="{FF2B5EF4-FFF2-40B4-BE49-F238E27FC236}">
                <a16:creationId xmlns:a16="http://schemas.microsoft.com/office/drawing/2014/main" id="{76EAE5E9-AA41-B6C1-2BE8-2CF9E5D4461A}"/>
              </a:ext>
            </a:extLst>
          </p:cNvPr>
          <p:cNvSpPr txBox="1">
            <a:spLocks/>
          </p:cNvSpPr>
          <p:nvPr/>
        </p:nvSpPr>
        <p:spPr bwMode="auto">
          <a:xfrm>
            <a:off x="696484" y="1072217"/>
            <a:ext cx="10782300" cy="1008062"/>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just" eaLnBrk="1" fontAlgn="auto" hangingPunct="1">
              <a:lnSpc>
                <a:spcPct val="150000"/>
              </a:lnSpc>
              <a:spcAft>
                <a:spcPts val="0"/>
              </a:spcAft>
              <a:defRPr/>
            </a:pPr>
            <a:r>
              <a:rPr lang="es-MX" sz="3200" dirty="0">
                <a:solidFill>
                  <a:schemeClr val="bg1">
                    <a:lumMod val="50000"/>
                  </a:schemeClr>
                </a:solidFill>
                <a:latin typeface="Arial" panose="020B0604020202020204" pitchFamily="34" charset="0"/>
                <a:cs typeface="Arial" panose="020B0604020202020204" pitchFamily="34" charset="0"/>
              </a:rPr>
              <a:t>Instrucciones</a:t>
            </a:r>
          </a:p>
        </p:txBody>
      </p:sp>
    </p:spTree>
    <p:extLst>
      <p:ext uri="{BB962C8B-B14F-4D97-AF65-F5344CB8AC3E}">
        <p14:creationId xmlns:p14="http://schemas.microsoft.com/office/powerpoint/2010/main" val="2541931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redondeado 1"/>
          <p:cNvSpPr/>
          <p:nvPr/>
        </p:nvSpPr>
        <p:spPr>
          <a:xfrm>
            <a:off x="-258443" y="1493025"/>
            <a:ext cx="13030546" cy="856037"/>
          </a:xfrm>
          <a:prstGeom prst="roundRect">
            <a:avLst>
              <a:gd name="adj" fmla="val 2971"/>
            </a:avLst>
          </a:prstGeom>
          <a:gradFill flip="none" rotWithShape="1">
            <a:gsLst>
              <a:gs pos="0">
                <a:srgbClr val="078CAE">
                  <a:shade val="30000"/>
                  <a:satMod val="115000"/>
                </a:srgbClr>
              </a:gs>
              <a:gs pos="50000">
                <a:srgbClr val="078CAE">
                  <a:shade val="67500"/>
                  <a:satMod val="115000"/>
                </a:srgbClr>
              </a:gs>
              <a:gs pos="100000">
                <a:srgbClr val="078CAE">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3" name="CuadroTexto 12">
            <a:extLst>
              <a:ext uri="{FF2B5EF4-FFF2-40B4-BE49-F238E27FC236}">
                <a16:creationId xmlns:a16="http://schemas.microsoft.com/office/drawing/2014/main" id="{523B3A0C-1C10-D786-1819-3C83846BFBD6}"/>
              </a:ext>
            </a:extLst>
          </p:cNvPr>
          <p:cNvSpPr txBox="1"/>
          <p:nvPr/>
        </p:nvSpPr>
        <p:spPr>
          <a:xfrm>
            <a:off x="1236616" y="1577757"/>
            <a:ext cx="9718767" cy="646331"/>
          </a:xfrm>
          <a:prstGeom prst="rect">
            <a:avLst/>
          </a:prstGeom>
          <a:noFill/>
          <a:ln>
            <a:noFill/>
          </a:ln>
        </p:spPr>
        <p:txBody>
          <a:bodyPr wrap="square" rtlCol="0">
            <a:spAutoFit/>
          </a:bodyPr>
          <a:lstStyle/>
          <a:p>
            <a:r>
              <a:rPr lang="es-ES" dirty="0">
                <a:solidFill>
                  <a:schemeClr val="bg1"/>
                </a:solidFill>
                <a:latin typeface="+mn-lt"/>
              </a:rPr>
              <a:t>Usted va a jugar dados al casino, lanza dos dados y para ganar la lo apostado, necesita que la suma esté en el intervalo [7, 9]. ¿Qué probabilidad tiene de ganar la apuesta? Resuélvalo con Python.</a:t>
            </a:r>
          </a:p>
        </p:txBody>
      </p:sp>
      <p:sp>
        <p:nvSpPr>
          <p:cNvPr id="6" name="Título 1">
            <a:extLst>
              <a:ext uri="{FF2B5EF4-FFF2-40B4-BE49-F238E27FC236}">
                <a16:creationId xmlns:a16="http://schemas.microsoft.com/office/drawing/2014/main" id="{76EAE5E9-AA41-B6C1-2BE8-2CF9E5D4461A}"/>
              </a:ext>
            </a:extLst>
          </p:cNvPr>
          <p:cNvSpPr txBox="1">
            <a:spLocks/>
          </p:cNvSpPr>
          <p:nvPr/>
        </p:nvSpPr>
        <p:spPr bwMode="auto">
          <a:xfrm>
            <a:off x="1236616" y="569695"/>
            <a:ext cx="10250534" cy="1008062"/>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just" eaLnBrk="1" fontAlgn="auto" hangingPunct="1">
              <a:lnSpc>
                <a:spcPct val="15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Problema 1</a:t>
            </a:r>
            <a:endParaRPr lang="es-MX" sz="3200" dirty="0">
              <a:solidFill>
                <a:schemeClr val="bg1">
                  <a:lumMod val="50000"/>
                </a:schemeClr>
              </a:solidFill>
              <a:latin typeface="Arial" panose="020B0604020202020204" pitchFamily="34" charset="0"/>
              <a:cs typeface="Arial" panose="020B0604020202020204" pitchFamily="34" charset="0"/>
            </a:endParaRPr>
          </a:p>
        </p:txBody>
      </p:sp>
      <p:sp>
        <p:nvSpPr>
          <p:cNvPr id="3" name="Rectángulo redondeado 1">
            <a:extLst>
              <a:ext uri="{FF2B5EF4-FFF2-40B4-BE49-F238E27FC236}">
                <a16:creationId xmlns:a16="http://schemas.microsoft.com/office/drawing/2014/main" id="{832312AC-ED2D-77BE-23DA-3322B91BB0A6}"/>
              </a:ext>
            </a:extLst>
          </p:cNvPr>
          <p:cNvSpPr/>
          <p:nvPr/>
        </p:nvSpPr>
        <p:spPr>
          <a:xfrm>
            <a:off x="1812471" y="2752031"/>
            <a:ext cx="8305800" cy="3199214"/>
          </a:xfrm>
          <a:prstGeom prst="roundRect">
            <a:avLst>
              <a:gd name="adj" fmla="val 2971"/>
            </a:avLst>
          </a:prstGeom>
          <a:solidFill>
            <a:schemeClr val="bg1"/>
          </a:solidFill>
          <a:ln w="38100">
            <a:solidFill>
              <a:srgbClr val="078C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5" name="Picture 2">
            <a:extLst>
              <a:ext uri="{FF2B5EF4-FFF2-40B4-BE49-F238E27FC236}">
                <a16:creationId xmlns:a16="http://schemas.microsoft.com/office/drawing/2014/main" id="{8044592C-F0CD-11C6-3E37-05C73E35DD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6725" y="3032295"/>
            <a:ext cx="4514850" cy="253365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Meme crying peter parker - perdi todo en el casino - 8063889">
            <a:extLst>
              <a:ext uri="{FF2B5EF4-FFF2-40B4-BE49-F238E27FC236}">
                <a16:creationId xmlns:a16="http://schemas.microsoft.com/office/drawing/2014/main" id="{B309E0C5-766F-7D27-8934-7F2A6BE295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95828" y="3038093"/>
            <a:ext cx="2527852" cy="25278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5669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redondeado 1"/>
          <p:cNvSpPr/>
          <p:nvPr/>
        </p:nvSpPr>
        <p:spPr>
          <a:xfrm>
            <a:off x="-258443" y="1008062"/>
            <a:ext cx="13030546" cy="1428779"/>
          </a:xfrm>
          <a:prstGeom prst="roundRect">
            <a:avLst>
              <a:gd name="adj" fmla="val 2971"/>
            </a:avLst>
          </a:prstGeom>
          <a:gradFill flip="none" rotWithShape="1">
            <a:gsLst>
              <a:gs pos="0">
                <a:srgbClr val="078CAE">
                  <a:shade val="30000"/>
                  <a:satMod val="115000"/>
                </a:srgbClr>
              </a:gs>
              <a:gs pos="50000">
                <a:srgbClr val="078CAE">
                  <a:shade val="67500"/>
                  <a:satMod val="115000"/>
                </a:srgbClr>
              </a:gs>
              <a:gs pos="100000">
                <a:srgbClr val="078CAE">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3" name="CuadroTexto 12">
            <a:extLst>
              <a:ext uri="{FF2B5EF4-FFF2-40B4-BE49-F238E27FC236}">
                <a16:creationId xmlns:a16="http://schemas.microsoft.com/office/drawing/2014/main" id="{523B3A0C-1C10-D786-1819-3C83846BFBD6}"/>
              </a:ext>
            </a:extLst>
          </p:cNvPr>
          <p:cNvSpPr txBox="1"/>
          <p:nvPr/>
        </p:nvSpPr>
        <p:spPr>
          <a:xfrm>
            <a:off x="1097280" y="1092794"/>
            <a:ext cx="9892937" cy="1200329"/>
          </a:xfrm>
          <a:prstGeom prst="rect">
            <a:avLst/>
          </a:prstGeom>
          <a:noFill/>
          <a:ln>
            <a:noFill/>
          </a:ln>
        </p:spPr>
        <p:txBody>
          <a:bodyPr wrap="square" rtlCol="0">
            <a:spAutoFit/>
          </a:bodyPr>
          <a:lstStyle/>
          <a:p>
            <a:pPr algn="just"/>
            <a:r>
              <a:rPr lang="es-ES" dirty="0">
                <a:solidFill>
                  <a:schemeClr val="bg1"/>
                </a:solidFill>
                <a:latin typeface="+mn-lt"/>
              </a:rPr>
              <a:t>Una empresa recibe llamadas telefónicas de sus clientes y el tiempo de espera entre cada llamada sigue una distribución exponencial, con una tasa de llegada promedio de 4 llamadas por hora. El jefe (The Big Boss) quiere saber cuál es la probabilidad de que la empresa tenga que esperar más de 10 minutos entre dos llamadas consecutivas. Si no le responde pronto, lo reemplaza. Resuélvalo con Python.</a:t>
            </a:r>
          </a:p>
        </p:txBody>
      </p:sp>
      <p:sp>
        <p:nvSpPr>
          <p:cNvPr id="6" name="Título 1">
            <a:extLst>
              <a:ext uri="{FF2B5EF4-FFF2-40B4-BE49-F238E27FC236}">
                <a16:creationId xmlns:a16="http://schemas.microsoft.com/office/drawing/2014/main" id="{76EAE5E9-AA41-B6C1-2BE8-2CF9E5D4461A}"/>
              </a:ext>
            </a:extLst>
          </p:cNvPr>
          <p:cNvSpPr txBox="1">
            <a:spLocks/>
          </p:cNvSpPr>
          <p:nvPr/>
        </p:nvSpPr>
        <p:spPr bwMode="auto">
          <a:xfrm>
            <a:off x="1097280" y="232065"/>
            <a:ext cx="10314194" cy="651011"/>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just" eaLnBrk="1" fontAlgn="auto" hangingPunct="1">
              <a:lnSpc>
                <a:spcPct val="15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Problema 2</a:t>
            </a:r>
            <a:endParaRPr lang="es-MX" sz="3200" dirty="0">
              <a:solidFill>
                <a:schemeClr val="bg1">
                  <a:lumMod val="50000"/>
                </a:schemeClr>
              </a:solidFill>
              <a:latin typeface="Arial" panose="020B0604020202020204" pitchFamily="34" charset="0"/>
              <a:cs typeface="Arial" panose="020B0604020202020204" pitchFamily="34" charset="0"/>
            </a:endParaRPr>
          </a:p>
        </p:txBody>
      </p:sp>
      <p:sp>
        <p:nvSpPr>
          <p:cNvPr id="3" name="Rectángulo redondeado 1">
            <a:extLst>
              <a:ext uri="{FF2B5EF4-FFF2-40B4-BE49-F238E27FC236}">
                <a16:creationId xmlns:a16="http://schemas.microsoft.com/office/drawing/2014/main" id="{832312AC-ED2D-77BE-23DA-3322B91BB0A6}"/>
              </a:ext>
            </a:extLst>
          </p:cNvPr>
          <p:cNvSpPr/>
          <p:nvPr/>
        </p:nvSpPr>
        <p:spPr>
          <a:xfrm>
            <a:off x="2057400" y="2579349"/>
            <a:ext cx="8077200" cy="3665933"/>
          </a:xfrm>
          <a:prstGeom prst="roundRect">
            <a:avLst>
              <a:gd name="adj" fmla="val 2971"/>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4" name="Picture 2" descr="Call Center Dashboards - the best way to monitor your company's ...">
            <a:extLst>
              <a:ext uri="{FF2B5EF4-FFF2-40B4-BE49-F238E27FC236}">
                <a16:creationId xmlns:a16="http://schemas.microsoft.com/office/drawing/2014/main" id="{AB66584D-DE01-4EA5-2FF0-2C2940F4B2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4648" y="2743019"/>
            <a:ext cx="4936349" cy="329254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AF4CDC6B-7E82-A74B-C0FE-4ED80E4E0EA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60548" y="2743019"/>
            <a:ext cx="2488721" cy="3275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3973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redondeado 6"/>
          <p:cNvSpPr/>
          <p:nvPr/>
        </p:nvSpPr>
        <p:spPr>
          <a:xfrm>
            <a:off x="1357459" y="754144"/>
            <a:ext cx="5599522" cy="5263123"/>
          </a:xfrm>
          <a:prstGeom prst="roundRect">
            <a:avLst>
              <a:gd name="adj" fmla="val 2971"/>
            </a:avLst>
          </a:prstGeom>
          <a:solidFill>
            <a:schemeClr val="bg1"/>
          </a:solidFill>
          <a:ln w="28575">
            <a:solidFill>
              <a:srgbClr val="078C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s-ES_trad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Rectángulo redondeado 5"/>
          <p:cNvSpPr/>
          <p:nvPr/>
        </p:nvSpPr>
        <p:spPr>
          <a:xfrm>
            <a:off x="7303304" y="2590254"/>
            <a:ext cx="4920343" cy="1590900"/>
          </a:xfrm>
          <a:prstGeom prst="roundRect">
            <a:avLst>
              <a:gd name="adj" fmla="val 2971"/>
            </a:avLst>
          </a:prstGeom>
          <a:gradFill flip="none" rotWithShape="1">
            <a:gsLst>
              <a:gs pos="0">
                <a:srgbClr val="078CAE">
                  <a:shade val="30000"/>
                  <a:satMod val="115000"/>
                </a:srgbClr>
              </a:gs>
              <a:gs pos="50000">
                <a:srgbClr val="078CAE">
                  <a:shade val="67500"/>
                  <a:satMod val="115000"/>
                </a:srgbClr>
              </a:gs>
              <a:gs pos="100000">
                <a:srgbClr val="078CAE">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s-ES_trad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Imagen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03980" y="1051873"/>
            <a:ext cx="5106479" cy="4667663"/>
          </a:xfrm>
          <a:prstGeom prst="rect">
            <a:avLst/>
          </a:prstGeom>
          <a:solidFill>
            <a:schemeClr val="bg1"/>
          </a:solidFill>
        </p:spPr>
      </p:pic>
      <p:sp>
        <p:nvSpPr>
          <p:cNvPr id="5" name="Título 4"/>
          <p:cNvSpPr>
            <a:spLocks noGrp="1"/>
          </p:cNvSpPr>
          <p:nvPr>
            <p:ph type="title"/>
          </p:nvPr>
        </p:nvSpPr>
        <p:spPr>
          <a:xfrm>
            <a:off x="8145409" y="3062538"/>
            <a:ext cx="1983377" cy="646331"/>
          </a:xfrm>
          <a:prstGeom prst="rect">
            <a:avLst/>
          </a:prstGeom>
        </p:spPr>
        <p:txBody>
          <a:bodyPr wrap="square">
            <a:spAutoFit/>
          </a:bodyPr>
          <a:lstStyle/>
          <a:p>
            <a:pPr algn="just"/>
            <a:r>
              <a:rPr lang="es-CL" sz="4000" dirty="0">
                <a:solidFill>
                  <a:schemeClr val="bg1"/>
                </a:solidFill>
                <a:latin typeface="Arial" panose="020B0604020202020204" pitchFamily="34" charset="0"/>
                <a:cs typeface="Arial" panose="020B0604020202020204" pitchFamily="34" charset="0"/>
              </a:rPr>
              <a:t>¡Éxito!</a:t>
            </a:r>
            <a:endParaRPr lang="en-US" sz="4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1920226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EC9CD3420DD7C44287EDEB9C6D6708D7" ma:contentTypeVersion="15" ma:contentTypeDescription="Crear nuevo documento." ma:contentTypeScope="" ma:versionID="f7a9dcde27c9264a09c73004259269f1">
  <xsd:schema xmlns:xsd="http://www.w3.org/2001/XMLSchema" xmlns:xs="http://www.w3.org/2001/XMLSchema" xmlns:p="http://schemas.microsoft.com/office/2006/metadata/properties" xmlns:ns2="470d2f17-52cb-407b-8136-5e632d1cee08" xmlns:ns3="6171001b-fa9d-409b-8713-8b6a17935d68" targetNamespace="http://schemas.microsoft.com/office/2006/metadata/properties" ma:root="true" ma:fieldsID="674b5fe278d71baa753a58252eaf8fe3" ns2:_="" ns3:_="">
    <xsd:import namespace="470d2f17-52cb-407b-8136-5e632d1cee08"/>
    <xsd:import namespace="6171001b-fa9d-409b-8713-8b6a17935d68"/>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TaxCatchAll" minOccurs="0"/>
                <xsd:element ref="ns2:MediaServiceGenerationTime" minOccurs="0"/>
                <xsd:element ref="ns2:MediaServiceEventHashCode" minOccurs="0"/>
                <xsd:element ref="ns2:lcf76f155ced4ddcb4097134ff3c332f" minOccurs="0"/>
                <xsd:element ref="ns2:MediaServiceOCR"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0d2f17-52cb-407b-8136-5e632d1cee0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Etiquetas de imagen" ma:readOnly="false" ma:fieldId="{5cf76f15-5ced-4ddc-b409-7134ff3c332f}" ma:taxonomyMulti="true" ma:sspId="5ecad781-11e1-4240-b729-e370ca3e03e9"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171001b-fa9d-409b-8713-8b6a17935d68"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626c5a85-e9ed-4a7d-a8f2-1ac62c4b72da}" ma:internalName="TaxCatchAll" ma:showField="CatchAllData" ma:web="6171001b-fa9d-409b-8713-8b6a17935d68">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Detalles de uso compartido"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6171001b-fa9d-409b-8713-8b6a17935d68"/>
    <lcf76f155ced4ddcb4097134ff3c332f xmlns="470d2f17-52cb-407b-8136-5e632d1cee0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89B05674-0616-4E66-A9FD-3C514085E54B}">
  <ds:schemaRefs>
    <ds:schemaRef ds:uri="http://schemas.microsoft.com/sharepoint/v3/contenttype/forms"/>
  </ds:schemaRefs>
</ds:datastoreItem>
</file>

<file path=customXml/itemProps2.xml><?xml version="1.0" encoding="utf-8"?>
<ds:datastoreItem xmlns:ds="http://schemas.openxmlformats.org/officeDocument/2006/customXml" ds:itemID="{DD405DB1-990F-4DDD-81A1-478BCA203F0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70d2f17-52cb-407b-8136-5e632d1cee08"/>
    <ds:schemaRef ds:uri="6171001b-fa9d-409b-8713-8b6a17935d6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E26BDBF-E58D-4DAC-8738-D11056BF4C72}">
  <ds:schemaRefs>
    <ds:schemaRef ds:uri="http://purl.org/dc/dcmitype/"/>
    <ds:schemaRef ds:uri="http://schemas.microsoft.com/office/2006/documentManagement/types"/>
    <ds:schemaRef ds:uri="http://purl.org/dc/terms/"/>
    <ds:schemaRef ds:uri="http://schemas.openxmlformats.org/package/2006/metadata/core-properties"/>
    <ds:schemaRef ds:uri="http://purl.org/dc/elements/1.1/"/>
    <ds:schemaRef ds:uri="http://schemas.microsoft.com/office/infopath/2007/PartnerControls"/>
    <ds:schemaRef ds:uri="6171001b-fa9d-409b-8713-8b6a17935d68"/>
    <ds:schemaRef ds:uri="470d2f17-52cb-407b-8136-5e632d1cee08"/>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8213</TotalTime>
  <Words>171</Words>
  <Application>Microsoft Office PowerPoint</Application>
  <PresentationFormat>Panorámica</PresentationFormat>
  <Paragraphs>19</Paragraphs>
  <Slides>5</Slides>
  <Notes>0</Notes>
  <HiddenSlides>0</HiddenSlides>
  <MMClips>0</MMClips>
  <ScaleCrop>false</ScaleCrop>
  <HeadingPairs>
    <vt:vector size="4" baseType="variant">
      <vt:variant>
        <vt:lpstr>Tema</vt:lpstr>
      </vt:variant>
      <vt:variant>
        <vt:i4>1</vt:i4>
      </vt:variant>
      <vt:variant>
        <vt:lpstr>Títulos de diapositiva</vt:lpstr>
      </vt:variant>
      <vt:variant>
        <vt:i4>5</vt:i4>
      </vt:variant>
    </vt:vector>
  </HeadingPairs>
  <TitlesOfParts>
    <vt:vector size="6" baseType="lpstr">
      <vt:lpstr>Tema de Office</vt:lpstr>
      <vt:lpstr> Actividad: Lanzamiento de Dados</vt:lpstr>
      <vt:lpstr>Presentación de PowerPoint</vt:lpstr>
      <vt:lpstr>Presentación de PowerPoint</vt:lpstr>
      <vt:lpstr>Presentación de PowerPoint</vt:lpstr>
      <vt:lpstr>¡Éxito!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Kibernum</dc:creator>
  <cp:lastModifiedBy>kibernum</cp:lastModifiedBy>
  <cp:revision>244</cp:revision>
  <dcterms:created xsi:type="dcterms:W3CDTF">2023-01-03T12:28:26Z</dcterms:created>
  <dcterms:modified xsi:type="dcterms:W3CDTF">2025-09-26T11:49:29Z</dcterms:modified>
</cp:coreProperties>
</file>