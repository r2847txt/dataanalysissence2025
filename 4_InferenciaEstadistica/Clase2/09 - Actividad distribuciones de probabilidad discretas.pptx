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562" r:id="rId5"/>
    <p:sldId id="595" r:id="rId6"/>
    <p:sldId id="737" r:id="rId7"/>
    <p:sldId id="738" r:id="rId8"/>
    <p:sldId id="739" r:id="rId9"/>
    <p:sldId id="740" r:id="rId10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F6A120"/>
    <a:srgbClr val="98C340"/>
    <a:srgbClr val="FD0075"/>
    <a:srgbClr val="252526"/>
    <a:srgbClr val="383838"/>
    <a:srgbClr val="1E1E1E"/>
    <a:srgbClr val="000000"/>
    <a:srgbClr val="4E7FDE"/>
    <a:srgbClr val="006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CE8CC-4540-4743-8DDE-DF6BFEA7DB0B}" v="22" dt="2023-05-04T16:45:25.236"/>
    <p1510:client id="{E20A288E-2BAA-4147-8F51-84F7CD13DDAE}" v="10" dt="2023-05-03T21:09:19.37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91" autoAdjust="0"/>
    <p:restoredTop sz="96395" autoAdjust="0"/>
  </p:normalViewPr>
  <p:slideViewPr>
    <p:cSldViewPr snapToGrid="0">
      <p:cViewPr varScale="1">
        <p:scale>
          <a:sx n="88" d="100"/>
          <a:sy n="88" d="100"/>
        </p:scale>
        <p:origin x="523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uro schofield astorga" userId="2f896e1544c6061a" providerId="LiveId" clId="{929CE8CC-4540-4743-8DDE-DF6BFEA7DB0B}"/>
    <pc:docChg chg="undo custSel addSld delSld modSld">
      <pc:chgData name="arturo schofield astorga" userId="2f896e1544c6061a" providerId="LiveId" clId="{929CE8CC-4540-4743-8DDE-DF6BFEA7DB0B}" dt="2023-05-04T16:45:36.835" v="74" actId="208"/>
      <pc:docMkLst>
        <pc:docMk/>
      </pc:docMkLst>
      <pc:sldChg chg="modSp mod">
        <pc:chgData name="arturo schofield astorga" userId="2f896e1544c6061a" providerId="LiveId" clId="{929CE8CC-4540-4743-8DDE-DF6BFEA7DB0B}" dt="2023-05-04T16:42:13.492" v="5" actId="1076"/>
        <pc:sldMkLst>
          <pc:docMk/>
          <pc:sldMk cId="1998777028" sldId="562"/>
        </pc:sldMkLst>
        <pc:spChg chg="mod">
          <ac:chgData name="arturo schofield astorga" userId="2f896e1544c6061a" providerId="LiveId" clId="{929CE8CC-4540-4743-8DDE-DF6BFEA7DB0B}" dt="2023-05-04T16:42:13.492" v="5" actId="1076"/>
          <ac:spMkLst>
            <pc:docMk/>
            <pc:sldMk cId="1998777028" sldId="562"/>
            <ac:spMk id="6" creationId="{100F0B21-F305-84E0-FC1E-67639502205C}"/>
          </ac:spMkLst>
        </pc:spChg>
        <pc:spChg chg="mod">
          <ac:chgData name="arturo schofield astorga" userId="2f896e1544c6061a" providerId="LiveId" clId="{929CE8CC-4540-4743-8DDE-DF6BFEA7DB0B}" dt="2023-05-04T16:42:06.444" v="3" actId="20577"/>
          <ac:spMkLst>
            <pc:docMk/>
            <pc:sldMk cId="1998777028" sldId="562"/>
            <ac:spMk id="7" creationId="{5A913EC8-E69D-0967-4A8B-B6E2DF3EBB31}"/>
          </ac:spMkLst>
        </pc:spChg>
      </pc:sldChg>
      <pc:sldChg chg="modSp mod">
        <pc:chgData name="arturo schofield astorga" userId="2f896e1544c6061a" providerId="LiveId" clId="{929CE8CC-4540-4743-8DDE-DF6BFEA7DB0B}" dt="2023-05-04T16:42:31.271" v="11"/>
        <pc:sldMkLst>
          <pc:docMk/>
          <pc:sldMk cId="2541931161" sldId="595"/>
        </pc:sldMkLst>
        <pc:spChg chg="mod">
          <ac:chgData name="arturo schofield astorga" userId="2f896e1544c6061a" providerId="LiveId" clId="{929CE8CC-4540-4743-8DDE-DF6BFEA7DB0B}" dt="2023-05-04T16:42:31.271" v="11"/>
          <ac:spMkLst>
            <pc:docMk/>
            <pc:sldMk cId="2541931161" sldId="595"/>
            <ac:spMk id="13" creationId="{523B3A0C-1C10-D786-1819-3C83846BFBD6}"/>
          </ac:spMkLst>
        </pc:spChg>
      </pc:sldChg>
      <pc:sldChg chg="del">
        <pc:chgData name="arturo schofield astorga" userId="2f896e1544c6061a" providerId="LiveId" clId="{929CE8CC-4540-4743-8DDE-DF6BFEA7DB0B}" dt="2023-05-04T16:45:28.102" v="72" actId="47"/>
        <pc:sldMkLst>
          <pc:docMk/>
          <pc:sldMk cId="3789227037" sldId="733"/>
        </pc:sldMkLst>
      </pc:sldChg>
      <pc:sldChg chg="addSp modSp mod">
        <pc:chgData name="arturo schofield astorga" userId="2f896e1544c6061a" providerId="LiveId" clId="{929CE8CC-4540-4743-8DDE-DF6BFEA7DB0B}" dt="2023-05-04T16:43:44.310" v="38" actId="14100"/>
        <pc:sldMkLst>
          <pc:docMk/>
          <pc:sldMk cId="2275669602" sldId="737"/>
        </pc:sldMkLst>
        <pc:spChg chg="mod">
          <ac:chgData name="arturo schofield astorga" userId="2f896e1544c6061a" providerId="LiveId" clId="{929CE8CC-4540-4743-8DDE-DF6BFEA7DB0B}" dt="2023-05-04T16:43:05.340" v="25" actId="14100"/>
          <ac:spMkLst>
            <pc:docMk/>
            <pc:sldMk cId="2275669602" sldId="737"/>
            <ac:spMk id="2" creationId="{00000000-0000-0000-0000-000000000000}"/>
          </ac:spMkLst>
        </pc:spChg>
        <pc:spChg chg="add mod">
          <ac:chgData name="arturo schofield astorga" userId="2f896e1544c6061a" providerId="LiveId" clId="{929CE8CC-4540-4743-8DDE-DF6BFEA7DB0B}" dt="2023-05-04T16:43:44.310" v="38" actId="14100"/>
          <ac:spMkLst>
            <pc:docMk/>
            <pc:sldMk cId="2275669602" sldId="737"/>
            <ac:spMk id="3" creationId="{832312AC-ED2D-77BE-23DA-3322B91BB0A6}"/>
          </ac:spMkLst>
        </pc:spChg>
        <pc:spChg chg="mod">
          <ac:chgData name="arturo schofield astorga" userId="2f896e1544c6061a" providerId="LiveId" clId="{929CE8CC-4540-4743-8DDE-DF6BFEA7DB0B}" dt="2023-05-04T16:43:01.701" v="24" actId="12788"/>
          <ac:spMkLst>
            <pc:docMk/>
            <pc:sldMk cId="2275669602" sldId="737"/>
            <ac:spMk id="6" creationId="{76EAE5E9-AA41-B6C1-2BE8-2CF9E5D4461A}"/>
          </ac:spMkLst>
        </pc:spChg>
        <pc:spChg chg="mod">
          <ac:chgData name="arturo schofield astorga" userId="2f896e1544c6061a" providerId="LiveId" clId="{929CE8CC-4540-4743-8DDE-DF6BFEA7DB0B}" dt="2023-05-04T16:42:59.592" v="23" actId="1076"/>
          <ac:spMkLst>
            <pc:docMk/>
            <pc:sldMk cId="2275669602" sldId="737"/>
            <ac:spMk id="13" creationId="{523B3A0C-1C10-D786-1819-3C83846BFBD6}"/>
          </ac:spMkLst>
        </pc:spChg>
        <pc:picChg chg="add mod">
          <ac:chgData name="arturo schofield astorga" userId="2f896e1544c6061a" providerId="LiveId" clId="{929CE8CC-4540-4743-8DDE-DF6BFEA7DB0B}" dt="2023-05-04T16:43:26.600" v="33" actId="1076"/>
          <ac:picMkLst>
            <pc:docMk/>
            <pc:sldMk cId="2275669602" sldId="737"/>
            <ac:picMk id="4" creationId="{17C0DF48-85E1-06D5-8C9B-0FFA8D30A316}"/>
          </ac:picMkLst>
        </pc:picChg>
      </pc:sldChg>
      <pc:sldChg chg="addSp delSp modSp add mod">
        <pc:chgData name="arturo schofield astorga" userId="2f896e1544c6061a" providerId="LiveId" clId="{929CE8CC-4540-4743-8DDE-DF6BFEA7DB0B}" dt="2023-05-04T16:44:27.409" v="56" actId="208"/>
        <pc:sldMkLst>
          <pc:docMk/>
          <pc:sldMk cId="3983973138" sldId="738"/>
        </pc:sldMkLst>
        <pc:spChg chg="mod">
          <ac:chgData name="arturo schofield astorga" userId="2f896e1544c6061a" providerId="LiveId" clId="{929CE8CC-4540-4743-8DDE-DF6BFEA7DB0B}" dt="2023-05-04T16:44:25.185" v="55" actId="207"/>
          <ac:spMkLst>
            <pc:docMk/>
            <pc:sldMk cId="3983973138" sldId="738"/>
            <ac:spMk id="2" creationId="{00000000-0000-0000-0000-000000000000}"/>
          </ac:spMkLst>
        </pc:spChg>
        <pc:spChg chg="mod">
          <ac:chgData name="arturo schofield astorga" userId="2f896e1544c6061a" providerId="LiveId" clId="{929CE8CC-4540-4743-8DDE-DF6BFEA7DB0B}" dt="2023-05-04T16:44:27.409" v="56" actId="208"/>
          <ac:spMkLst>
            <pc:docMk/>
            <pc:sldMk cId="3983973138" sldId="738"/>
            <ac:spMk id="3" creationId="{832312AC-ED2D-77BE-23DA-3322B91BB0A6}"/>
          </ac:spMkLst>
        </pc:spChg>
        <pc:spChg chg="mod">
          <ac:chgData name="arturo schofield astorga" userId="2f896e1544c6061a" providerId="LiveId" clId="{929CE8CC-4540-4743-8DDE-DF6BFEA7DB0B}" dt="2023-05-04T16:43:51.095" v="41"/>
          <ac:spMkLst>
            <pc:docMk/>
            <pc:sldMk cId="3983973138" sldId="738"/>
            <ac:spMk id="6" creationId="{76EAE5E9-AA41-B6C1-2BE8-2CF9E5D4461A}"/>
          </ac:spMkLst>
        </pc:spChg>
        <pc:spChg chg="mod">
          <ac:chgData name="arturo schofield astorga" userId="2f896e1544c6061a" providerId="LiveId" clId="{929CE8CC-4540-4743-8DDE-DF6BFEA7DB0B}" dt="2023-05-04T16:44:11.522" v="51" actId="1076"/>
          <ac:spMkLst>
            <pc:docMk/>
            <pc:sldMk cId="3983973138" sldId="738"/>
            <ac:spMk id="13" creationId="{523B3A0C-1C10-D786-1819-3C83846BFBD6}"/>
          </ac:spMkLst>
        </pc:spChg>
        <pc:picChg chg="del">
          <ac:chgData name="arturo schofield astorga" userId="2f896e1544c6061a" providerId="LiveId" clId="{929CE8CC-4540-4743-8DDE-DF6BFEA7DB0B}" dt="2023-05-04T16:43:59.936" v="46" actId="478"/>
          <ac:picMkLst>
            <pc:docMk/>
            <pc:sldMk cId="3983973138" sldId="738"/>
            <ac:picMk id="4" creationId="{17C0DF48-85E1-06D5-8C9B-0FFA8D30A316}"/>
          </ac:picMkLst>
        </pc:picChg>
        <pc:picChg chg="add mod">
          <ac:chgData name="arturo schofield astorga" userId="2f896e1544c6061a" providerId="LiveId" clId="{929CE8CC-4540-4743-8DDE-DF6BFEA7DB0B}" dt="2023-05-04T16:44:04.807" v="49" actId="14100"/>
          <ac:picMkLst>
            <pc:docMk/>
            <pc:sldMk cId="3983973138" sldId="738"/>
            <ac:picMk id="5" creationId="{40367FAA-00B9-0668-CFEB-A49238FA53B5}"/>
          </ac:picMkLst>
        </pc:picChg>
      </pc:sldChg>
      <pc:sldChg chg="addSp delSp modSp add mod">
        <pc:chgData name="arturo schofield astorga" userId="2f896e1544c6061a" providerId="LiveId" clId="{929CE8CC-4540-4743-8DDE-DF6BFEA7DB0B}" dt="2023-05-04T16:45:36.835" v="74" actId="208"/>
        <pc:sldMkLst>
          <pc:docMk/>
          <pc:sldMk cId="1360245071" sldId="739"/>
        </pc:sldMkLst>
        <pc:spChg chg="mod">
          <ac:chgData name="arturo schofield astorga" userId="2f896e1544c6061a" providerId="LiveId" clId="{929CE8CC-4540-4743-8DDE-DF6BFEA7DB0B}" dt="2023-05-04T16:45:31.948" v="73" actId="207"/>
          <ac:spMkLst>
            <pc:docMk/>
            <pc:sldMk cId="1360245071" sldId="739"/>
            <ac:spMk id="2" creationId="{00000000-0000-0000-0000-000000000000}"/>
          </ac:spMkLst>
        </pc:spChg>
        <pc:spChg chg="mod">
          <ac:chgData name="arturo schofield astorga" userId="2f896e1544c6061a" providerId="LiveId" clId="{929CE8CC-4540-4743-8DDE-DF6BFEA7DB0B}" dt="2023-05-04T16:45:36.835" v="74" actId="208"/>
          <ac:spMkLst>
            <pc:docMk/>
            <pc:sldMk cId="1360245071" sldId="739"/>
            <ac:spMk id="3" creationId="{832312AC-ED2D-77BE-23DA-3322B91BB0A6}"/>
          </ac:spMkLst>
        </pc:spChg>
        <pc:spChg chg="mod">
          <ac:chgData name="arturo schofield astorga" userId="2f896e1544c6061a" providerId="LiveId" clId="{929CE8CC-4540-4743-8DDE-DF6BFEA7DB0B}" dt="2023-05-04T16:45:25.236" v="71"/>
          <ac:spMkLst>
            <pc:docMk/>
            <pc:sldMk cId="1360245071" sldId="739"/>
            <ac:spMk id="6" creationId="{76EAE5E9-AA41-B6C1-2BE8-2CF9E5D4461A}"/>
          </ac:spMkLst>
        </pc:spChg>
        <pc:spChg chg="mod">
          <ac:chgData name="arturo schofield astorga" userId="2f896e1544c6061a" providerId="LiveId" clId="{929CE8CC-4540-4743-8DDE-DF6BFEA7DB0B}" dt="2023-05-04T16:45:18.350" v="68" actId="12"/>
          <ac:spMkLst>
            <pc:docMk/>
            <pc:sldMk cId="1360245071" sldId="739"/>
            <ac:spMk id="13" creationId="{523B3A0C-1C10-D786-1819-3C83846BFBD6}"/>
          </ac:spMkLst>
        </pc:spChg>
        <pc:picChg chg="del">
          <ac:chgData name="arturo schofield astorga" userId="2f896e1544c6061a" providerId="LiveId" clId="{929CE8CC-4540-4743-8DDE-DF6BFEA7DB0B}" dt="2023-05-04T16:44:35.742" v="58" actId="478"/>
          <ac:picMkLst>
            <pc:docMk/>
            <pc:sldMk cId="1360245071" sldId="739"/>
            <ac:picMk id="4" creationId="{17C0DF48-85E1-06D5-8C9B-0FFA8D30A316}"/>
          </ac:picMkLst>
        </pc:picChg>
        <pc:picChg chg="add mod">
          <ac:chgData name="arturo schofield astorga" userId="2f896e1544c6061a" providerId="LiveId" clId="{929CE8CC-4540-4743-8DDE-DF6BFEA7DB0B}" dt="2023-05-04T16:45:07.035" v="62" actId="1076"/>
          <ac:picMkLst>
            <pc:docMk/>
            <pc:sldMk cId="1360245071" sldId="739"/>
            <ac:picMk id="5" creationId="{D2537E35-C7B0-A02F-B8F8-51CDDFCB4FEC}"/>
          </ac:picMkLst>
        </pc:picChg>
        <pc:picChg chg="add mod">
          <ac:chgData name="arturo schofield astorga" userId="2f896e1544c6061a" providerId="LiveId" clId="{929CE8CC-4540-4743-8DDE-DF6BFEA7DB0B}" dt="2023-05-04T16:45:07.035" v="62" actId="1076"/>
          <ac:picMkLst>
            <pc:docMk/>
            <pc:sldMk cId="1360245071" sldId="739"/>
            <ac:picMk id="8" creationId="{31FD3E5F-383F-83C2-E6C4-1401F8790C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10/04/2024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02FB8815-80A8-175E-A850-C2084DB0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5" name="Rectangle: Rounded Corners 22">
            <a:extLst>
              <a:ext uri="{FF2B5EF4-FFF2-40B4-BE49-F238E27FC236}">
                <a16:creationId xmlns:a16="http://schemas.microsoft.com/office/drawing/2014/main" id="{100F0B21-F305-84E0-FC1E-67639502205C}"/>
              </a:ext>
            </a:extLst>
          </p:cNvPr>
          <p:cNvSpPr/>
          <p:nvPr/>
        </p:nvSpPr>
        <p:spPr>
          <a:xfrm>
            <a:off x="3715511" y="3918858"/>
            <a:ext cx="7308567" cy="1576252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>
            <a:defPPr>
              <a:defRPr lang="es-ES_trad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800" b="1" dirty="0"/>
          </a:p>
        </p:txBody>
      </p:sp>
      <p:sp>
        <p:nvSpPr>
          <p:cNvPr id="8" name="Título 1"/>
          <p:cNvSpPr>
            <a:spLocks noGrp="1"/>
          </p:cNvSpPr>
          <p:nvPr>
            <p:ph type="ctrTitle"/>
          </p:nvPr>
        </p:nvSpPr>
        <p:spPr>
          <a:xfrm>
            <a:off x="4001299" y="4038001"/>
            <a:ext cx="6897189" cy="1281116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</a:t>
            </a:r>
            <a:r>
              <a:rPr lang="es-E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Distribuciones de Probabilidades Discreta</a:t>
            </a:r>
            <a:endParaRPr lang="es-ES_tradnl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001299" y="559887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Especialización en Ciencia de </a:t>
            </a:r>
            <a:r>
              <a:rPr lang="es-ES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endParaRPr lang="en-US" dirty="0"/>
          </a:p>
        </p:txBody>
      </p:sp>
      <p:sp>
        <p:nvSpPr>
          <p:cNvPr id="10" name="Google Shape;92;p1"/>
          <p:cNvSpPr txBox="1"/>
          <p:nvPr/>
        </p:nvSpPr>
        <p:spPr>
          <a:xfrm>
            <a:off x="4001299" y="3445804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Módulo 4 – Inferencia Estadística</a:t>
            </a:r>
            <a:endParaRPr kumimoji="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58443" y="2080279"/>
            <a:ext cx="11341601" cy="308189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1288869" y="2299847"/>
            <a:ext cx="9542041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Grupos de trabajo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Grupos de 2 </a:t>
            </a:r>
            <a:r>
              <a:rPr lang="es-ES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personas. </a:t>
            </a: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(</a:t>
            </a:r>
            <a:r>
              <a:rPr lang="es-ES" dirty="0" err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pair</a:t>
            </a: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programming</a:t>
            </a: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)</a:t>
            </a:r>
          </a:p>
          <a:p>
            <a:endParaRPr lang="es-ES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Tiempo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30-40 </a:t>
            </a:r>
            <a:r>
              <a:rPr lang="es-ES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minutos.</a:t>
            </a:r>
            <a:endParaRPr lang="es-ES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endParaRPr lang="es-ES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Objetivo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Aplicar propiedades de probabilidad para resolver un problema </a:t>
            </a:r>
            <a:r>
              <a:rPr lang="es-ES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simple.</a:t>
            </a:r>
            <a:endParaRPr lang="es-ES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Aplicar propiedades de las distribuciones de probabilidad </a:t>
            </a:r>
            <a:r>
              <a:rPr lang="es-ES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discretas.</a:t>
            </a:r>
            <a:endParaRPr lang="es-ES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1288868" y="1072217"/>
            <a:ext cx="9718765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49734" y="1137603"/>
            <a:ext cx="13030546" cy="1092794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1153884" y="1222335"/>
            <a:ext cx="9884228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Un estudio determinó que al seleccionar al azar adultos que poseen teléfonos inteligentes, el 54% de ellos los usa estando en clase o en reuniones. Se quiere encontrar la probabilidad de que, seleccionando al azar 8 personas con teléfono inteligente, exactamente 6 de ellas los utilicen en clase o reuniones.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1153884" y="315067"/>
            <a:ext cx="1030278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1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redondeado 1">
            <a:extLst>
              <a:ext uri="{FF2B5EF4-FFF2-40B4-BE49-F238E27FC236}">
                <a16:creationId xmlns:a16="http://schemas.microsoft.com/office/drawing/2014/main" id="{832312AC-ED2D-77BE-23DA-3322B91BB0A6}"/>
              </a:ext>
            </a:extLst>
          </p:cNvPr>
          <p:cNvSpPr/>
          <p:nvPr/>
        </p:nvSpPr>
        <p:spPr>
          <a:xfrm>
            <a:off x="1943099" y="2525485"/>
            <a:ext cx="8305800" cy="370114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" name="Picture 2" descr="How to Use Mobile Marketing for Growing Your Business">
            <a:extLst>
              <a:ext uri="{FF2B5EF4-FFF2-40B4-BE49-F238E27FC236}">
                <a16:creationId xmlns:a16="http://schemas.microsoft.com/office/drawing/2014/main" id="{17C0DF48-85E1-06D5-8C9B-0FFA8D30A3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4" b="15162"/>
          <a:stretch/>
        </p:blipFill>
        <p:spPr bwMode="auto">
          <a:xfrm>
            <a:off x="2142900" y="2691934"/>
            <a:ext cx="7906197" cy="336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6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58443" y="1154091"/>
            <a:ext cx="13030546" cy="869175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1371598" y="1265512"/>
            <a:ext cx="95205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Durante un año reciente, una clínica registró 4221 nacimientos. Con este dato único, determinar la probabilidad de que haya 15 nacimientos en 1 día. ¿Es poco frecuente este suceso?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1371598" y="412375"/>
            <a:ext cx="7833906" cy="74171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2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redondeado 1">
            <a:extLst>
              <a:ext uri="{FF2B5EF4-FFF2-40B4-BE49-F238E27FC236}">
                <a16:creationId xmlns:a16="http://schemas.microsoft.com/office/drawing/2014/main" id="{832312AC-ED2D-77BE-23DA-3322B91BB0A6}"/>
              </a:ext>
            </a:extLst>
          </p:cNvPr>
          <p:cNvSpPr/>
          <p:nvPr/>
        </p:nvSpPr>
        <p:spPr>
          <a:xfrm>
            <a:off x="2057400" y="2268328"/>
            <a:ext cx="8077200" cy="4019978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Picture 2" descr="7 mitos sobre la maternidad - PsicoActiva">
            <a:extLst>
              <a:ext uri="{FF2B5EF4-FFF2-40B4-BE49-F238E27FC236}">
                <a16:creationId xmlns:a16="http://schemas.microsoft.com/office/drawing/2014/main" id="{40367FAA-00B9-0668-CFEB-A49238FA53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6" b="23225"/>
          <a:stretch/>
        </p:blipFill>
        <p:spPr bwMode="auto">
          <a:xfrm>
            <a:off x="2207558" y="2343926"/>
            <a:ext cx="7848600" cy="380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97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67407" y="1211544"/>
            <a:ext cx="13030546" cy="1405275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846714" y="1296277"/>
            <a:ext cx="1079663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ES" dirty="0">
                <a:solidFill>
                  <a:schemeClr val="bg1"/>
                </a:solidFill>
                <a:latin typeface="+mn-lt"/>
              </a:rPr>
              <a:t>La idea es que puedas identificar la distribución de probabilidad que permite modelar el problema y resolver los ejercicios planteados usando las librerías de Python.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ES" dirty="0">
                <a:solidFill>
                  <a:schemeClr val="bg1"/>
                </a:solidFill>
                <a:latin typeface="+mn-lt"/>
              </a:rPr>
              <a:t>Luego, interpretar los resultados obtenidos.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ES" dirty="0">
                <a:solidFill>
                  <a:schemeClr val="bg1"/>
                </a:solidFill>
                <a:latin typeface="+mn-lt"/>
              </a:rPr>
              <a:t>Puedes utilizar la lectura adjunta (Lectura –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Distrib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Probabilidad.pdf) como referencia.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923904" y="429428"/>
            <a:ext cx="10782300" cy="50942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¿En qué consiste la actividad?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redondeado 1">
            <a:extLst>
              <a:ext uri="{FF2B5EF4-FFF2-40B4-BE49-F238E27FC236}">
                <a16:creationId xmlns:a16="http://schemas.microsoft.com/office/drawing/2014/main" id="{832312AC-ED2D-77BE-23DA-3322B91BB0A6}"/>
              </a:ext>
            </a:extLst>
          </p:cNvPr>
          <p:cNvSpPr/>
          <p:nvPr/>
        </p:nvSpPr>
        <p:spPr>
          <a:xfrm>
            <a:off x="1811140" y="2978290"/>
            <a:ext cx="8715935" cy="315244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537E35-C7B0-A02F-B8F8-51CDDFCB4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748" y="3183102"/>
            <a:ext cx="3815734" cy="26807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1FD3E5F-383F-83C2-E6C4-1401F879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90" y="3232409"/>
            <a:ext cx="4002887" cy="2582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6024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00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26BDBF-E58D-4DAC-8738-D11056BF4C72}">
  <ds:schemaRefs>
    <ds:schemaRef ds:uri="http://purl.org/dc/terms/"/>
    <ds:schemaRef ds:uri="470d2f17-52cb-407b-8136-5e632d1cee08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171001b-fa9d-409b-8713-8b6a17935d68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8256</TotalTime>
  <Words>199</Words>
  <Application>Microsoft Office PowerPoint</Application>
  <PresentationFormat>Panorámica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Tema de Office</vt:lpstr>
      <vt:lpstr> Actividad: Distribuciones de Probabilidades Discreta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kibernum</cp:lastModifiedBy>
  <cp:revision>242</cp:revision>
  <dcterms:created xsi:type="dcterms:W3CDTF">2023-01-03T12:28:26Z</dcterms:created>
  <dcterms:modified xsi:type="dcterms:W3CDTF">2024-04-11T02:18:01Z</dcterms:modified>
</cp:coreProperties>
</file>