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FAxON1hPTolrrQi8SwhAYD3bP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E0056-74CA-23F7-F9D4-5B06CD4DEB7A}" v="93" dt="2024-05-30T16:06:43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en Fonseca" userId="S::belen.fonseca@kibernumacademy.com::61f65173-fc2e-44ca-ab0c-9c920d3f9d81" providerId="AD" clId="Web-{D44E0056-74CA-23F7-F9D4-5B06CD4DEB7A}"/>
    <pc:docChg chg="modSld">
      <pc:chgData name="Belen Fonseca" userId="S::belen.fonseca@kibernumacademy.com::61f65173-fc2e-44ca-ab0c-9c920d3f9d81" providerId="AD" clId="Web-{D44E0056-74CA-23F7-F9D4-5B06CD4DEB7A}" dt="2024-05-30T16:06:42.870" v="44" actId="20577"/>
      <pc:docMkLst>
        <pc:docMk/>
      </pc:docMkLst>
      <pc:sldChg chg="delSp modSp">
        <pc:chgData name="Belen Fonseca" userId="S::belen.fonseca@kibernumacademy.com::61f65173-fc2e-44ca-ab0c-9c920d3f9d81" providerId="AD" clId="Web-{D44E0056-74CA-23F7-F9D4-5B06CD4DEB7A}" dt="2024-05-30T16:02:48.845" v="5" actId="20577"/>
        <pc:sldMkLst>
          <pc:docMk/>
          <pc:sldMk cId="0" sldId="257"/>
        </pc:sldMkLst>
        <pc:spChg chg="mod">
          <ac:chgData name="Belen Fonseca" userId="S::belen.fonseca@kibernumacademy.com::61f65173-fc2e-44ca-ab0c-9c920d3f9d81" providerId="AD" clId="Web-{D44E0056-74CA-23F7-F9D4-5B06CD4DEB7A}" dt="2024-05-30T16:02:48.845" v="5" actId="20577"/>
          <ac:spMkLst>
            <pc:docMk/>
            <pc:sldMk cId="0" sldId="257"/>
            <ac:spMk id="97" creationId="{00000000-0000-0000-0000-000000000000}"/>
          </ac:spMkLst>
        </pc:spChg>
        <pc:spChg chg="del">
          <ac:chgData name="Belen Fonseca" userId="S::belen.fonseca@kibernumacademy.com::61f65173-fc2e-44ca-ab0c-9c920d3f9d81" providerId="AD" clId="Web-{D44E0056-74CA-23F7-F9D4-5B06CD4DEB7A}" dt="2024-05-30T16:02:34.798" v="3"/>
          <ac:spMkLst>
            <pc:docMk/>
            <pc:sldMk cId="0" sldId="257"/>
            <ac:spMk id="9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3:22.237" v="9" actId="20577"/>
        <pc:sldMkLst>
          <pc:docMk/>
          <pc:sldMk cId="0" sldId="258"/>
        </pc:sldMkLst>
        <pc:spChg chg="mod">
          <ac:chgData name="Belen Fonseca" userId="S::belen.fonseca@kibernumacademy.com::61f65173-fc2e-44ca-ab0c-9c920d3f9d81" providerId="AD" clId="Web-{D44E0056-74CA-23F7-F9D4-5B06CD4DEB7A}" dt="2024-05-30T16:03:22.237" v="9" actId="20577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3:06.487" v="7" actId="20577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2:57.643" v="6" actId="20577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3:14.690" v="8" actId="20577"/>
          <ac:spMkLst>
            <pc:docMk/>
            <pc:sldMk cId="0" sldId="258"/>
            <ac:spMk id="108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3:48.504" v="19" actId="20577"/>
        <pc:sldMkLst>
          <pc:docMk/>
          <pc:sldMk cId="0" sldId="259"/>
        </pc:sldMkLst>
        <pc:spChg chg="mod">
          <ac:chgData name="Belen Fonseca" userId="S::belen.fonseca@kibernumacademy.com::61f65173-fc2e-44ca-ab0c-9c920d3f9d81" providerId="AD" clId="Web-{D44E0056-74CA-23F7-F9D4-5B06CD4DEB7A}" dt="2024-05-30T16:03:42.097" v="18" actId="20577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3:48.504" v="19" actId="20577"/>
          <ac:spMkLst>
            <pc:docMk/>
            <pc:sldMk cId="0" sldId="259"/>
            <ac:spMk id="117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4:15.505" v="22" actId="20577"/>
        <pc:sldMkLst>
          <pc:docMk/>
          <pc:sldMk cId="0" sldId="260"/>
        </pc:sldMkLst>
        <pc:spChg chg="mod">
          <ac:chgData name="Belen Fonseca" userId="S::belen.fonseca@kibernumacademy.com::61f65173-fc2e-44ca-ab0c-9c920d3f9d81" providerId="AD" clId="Web-{D44E0056-74CA-23F7-F9D4-5B06CD4DEB7A}" dt="2024-05-30T16:04:15.505" v="22" actId="20577"/>
          <ac:spMkLst>
            <pc:docMk/>
            <pc:sldMk cId="0" sldId="260"/>
            <ac:spMk id="129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3:58.879" v="20" actId="20577"/>
          <ac:spMkLst>
            <pc:docMk/>
            <pc:sldMk cId="0" sldId="260"/>
            <ac:spMk id="130" creationId="{00000000-0000-0000-0000-000000000000}"/>
          </ac:spMkLst>
        </pc:spChg>
        <pc:picChg chg="mod">
          <ac:chgData name="Belen Fonseca" userId="S::belen.fonseca@kibernumacademy.com::61f65173-fc2e-44ca-ab0c-9c920d3f9d81" providerId="AD" clId="Web-{D44E0056-74CA-23F7-F9D4-5B06CD4DEB7A}" dt="2024-05-30T16:04:06.583" v="21" actId="1076"/>
          <ac:picMkLst>
            <pc:docMk/>
            <pc:sldMk cId="0" sldId="260"/>
            <ac:picMk id="128" creationId="{00000000-0000-0000-0000-000000000000}"/>
          </ac:picMkLst>
        </pc:picChg>
      </pc:sldChg>
      <pc:sldChg chg="modSp">
        <pc:chgData name="Belen Fonseca" userId="S::belen.fonseca@kibernumacademy.com::61f65173-fc2e-44ca-ab0c-9c920d3f9d81" providerId="AD" clId="Web-{D44E0056-74CA-23F7-F9D4-5B06CD4DEB7A}" dt="2024-05-30T16:04:32.099" v="27" actId="20577"/>
        <pc:sldMkLst>
          <pc:docMk/>
          <pc:sldMk cId="0" sldId="261"/>
        </pc:sldMkLst>
        <pc:spChg chg="mod">
          <ac:chgData name="Belen Fonseca" userId="S::belen.fonseca@kibernumacademy.com::61f65173-fc2e-44ca-ab0c-9c920d3f9d81" providerId="AD" clId="Web-{D44E0056-74CA-23F7-F9D4-5B06CD4DEB7A}" dt="2024-05-30T16:04:32.099" v="27" actId="20577"/>
          <ac:spMkLst>
            <pc:docMk/>
            <pc:sldMk cId="0" sldId="261"/>
            <ac:spMk id="140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4:55.069" v="29" actId="20577"/>
        <pc:sldMkLst>
          <pc:docMk/>
          <pc:sldMk cId="0" sldId="262"/>
        </pc:sldMkLst>
        <pc:spChg chg="mod">
          <ac:chgData name="Belen Fonseca" userId="S::belen.fonseca@kibernumacademy.com::61f65173-fc2e-44ca-ab0c-9c920d3f9d81" providerId="AD" clId="Web-{D44E0056-74CA-23F7-F9D4-5B06CD4DEB7A}" dt="2024-05-30T16:04:46.491" v="28" actId="20577"/>
          <ac:spMkLst>
            <pc:docMk/>
            <pc:sldMk cId="0" sldId="262"/>
            <ac:spMk id="149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4:55.069" v="29" actId="20577"/>
          <ac:spMkLst>
            <pc:docMk/>
            <pc:sldMk cId="0" sldId="262"/>
            <ac:spMk id="150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5:09.398" v="30" actId="20577"/>
        <pc:sldMkLst>
          <pc:docMk/>
          <pc:sldMk cId="0" sldId="263"/>
        </pc:sldMkLst>
        <pc:spChg chg="mod">
          <ac:chgData name="Belen Fonseca" userId="S::belen.fonseca@kibernumacademy.com::61f65173-fc2e-44ca-ab0c-9c920d3f9d81" providerId="AD" clId="Web-{D44E0056-74CA-23F7-F9D4-5B06CD4DEB7A}" dt="2024-05-30T16:05:09.398" v="30" actId="20577"/>
          <ac:spMkLst>
            <pc:docMk/>
            <pc:sldMk cId="0" sldId="263"/>
            <ac:spMk id="155" creationId="{00000000-0000-0000-0000-000000000000}"/>
          </ac:spMkLst>
        </pc:spChg>
      </pc:sldChg>
      <pc:sldChg chg="delSp modSp">
        <pc:chgData name="Belen Fonseca" userId="S::belen.fonseca@kibernumacademy.com::61f65173-fc2e-44ca-ab0c-9c920d3f9d81" providerId="AD" clId="Web-{D44E0056-74CA-23F7-F9D4-5B06CD4DEB7A}" dt="2024-05-30T16:05:32.477" v="36" actId="1076"/>
        <pc:sldMkLst>
          <pc:docMk/>
          <pc:sldMk cId="0" sldId="264"/>
        </pc:sldMkLst>
        <pc:spChg chg="del">
          <ac:chgData name="Belen Fonseca" userId="S::belen.fonseca@kibernumacademy.com::61f65173-fc2e-44ca-ab0c-9c920d3f9d81" providerId="AD" clId="Web-{D44E0056-74CA-23F7-F9D4-5B06CD4DEB7A}" dt="2024-05-30T16:05:17.257" v="34"/>
          <ac:spMkLst>
            <pc:docMk/>
            <pc:sldMk cId="0" sldId="264"/>
            <ac:spMk id="160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5:32.477" v="36" actId="1076"/>
          <ac:spMkLst>
            <pc:docMk/>
            <pc:sldMk cId="0" sldId="264"/>
            <ac:spMk id="161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5:56.665" v="41"/>
        <pc:sldMkLst>
          <pc:docMk/>
          <pc:sldMk cId="0" sldId="265"/>
        </pc:sldMkLst>
        <pc:spChg chg="mod">
          <ac:chgData name="Belen Fonseca" userId="S::belen.fonseca@kibernumacademy.com::61f65173-fc2e-44ca-ab0c-9c920d3f9d81" providerId="AD" clId="Web-{D44E0056-74CA-23F7-F9D4-5B06CD4DEB7A}" dt="2024-05-30T16:05:39.961" v="37" actId="20577"/>
          <ac:spMkLst>
            <pc:docMk/>
            <pc:sldMk cId="0" sldId="265"/>
            <ac:spMk id="167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5:48.790" v="38" actId="20577"/>
          <ac:spMkLst>
            <pc:docMk/>
            <pc:sldMk cId="0" sldId="265"/>
            <ac:spMk id="168" creationId="{00000000-0000-0000-0000-000000000000}"/>
          </ac:spMkLst>
        </pc:spChg>
        <pc:spChg chg="mod">
          <ac:chgData name="Belen Fonseca" userId="S::belen.fonseca@kibernumacademy.com::61f65173-fc2e-44ca-ab0c-9c920d3f9d81" providerId="AD" clId="Web-{D44E0056-74CA-23F7-F9D4-5B06CD4DEB7A}" dt="2024-05-30T16:05:56.665" v="41"/>
          <ac:spMkLst>
            <pc:docMk/>
            <pc:sldMk cId="0" sldId="265"/>
            <ac:spMk id="172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6:33.870" v="43" actId="1076"/>
        <pc:sldMkLst>
          <pc:docMk/>
          <pc:sldMk cId="0" sldId="266"/>
        </pc:sldMkLst>
        <pc:spChg chg="mod">
          <ac:chgData name="Belen Fonseca" userId="S::belen.fonseca@kibernumacademy.com::61f65173-fc2e-44ca-ab0c-9c920d3f9d81" providerId="AD" clId="Web-{D44E0056-74CA-23F7-F9D4-5B06CD4DEB7A}" dt="2024-05-30T16:06:33.870" v="43" actId="1076"/>
          <ac:spMkLst>
            <pc:docMk/>
            <pc:sldMk cId="0" sldId="266"/>
            <ac:spMk id="179" creationId="{00000000-0000-0000-0000-000000000000}"/>
          </ac:spMkLst>
        </pc:spChg>
      </pc:sldChg>
      <pc:sldChg chg="modSp">
        <pc:chgData name="Belen Fonseca" userId="S::belen.fonseca@kibernumacademy.com::61f65173-fc2e-44ca-ab0c-9c920d3f9d81" providerId="AD" clId="Web-{D44E0056-74CA-23F7-F9D4-5B06CD4DEB7A}" dt="2024-05-30T16:06:42.870" v="44" actId="20577"/>
        <pc:sldMkLst>
          <pc:docMk/>
          <pc:sldMk cId="0" sldId="267"/>
        </pc:sldMkLst>
        <pc:spChg chg="mod">
          <ac:chgData name="Belen Fonseca" userId="S::belen.fonseca@kibernumacademy.com::61f65173-fc2e-44ca-ab0c-9c920d3f9d81" providerId="AD" clId="Web-{D44E0056-74CA-23F7-F9D4-5B06CD4DEB7A}" dt="2024-05-30T16:06:42.870" v="44" actId="20577"/>
          <ac:spMkLst>
            <pc:docMk/>
            <pc:sldMk cId="0" sldId="267"/>
            <ac:spMk id="1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941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108588" y="279229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3 –  Análisis Exploratorio y Programación Estadística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414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 y Activación de Conceptos: </a:t>
            </a:r>
            <a:br>
              <a:rPr lang="es-CL" sz="3600" dirty="0">
                <a:latin typeface="Arial"/>
                <a:ea typeface="Arial"/>
                <a:cs typeface="Arial"/>
              </a:rPr>
            </a:br>
            <a:br>
              <a:rPr lang="es-CL" sz="3600" dirty="0">
                <a:latin typeface="Arial"/>
                <a:ea typeface="Arial"/>
                <a:cs typeface="Arial"/>
              </a:rPr>
            </a:b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“Preparándonos para avanzar”</a:t>
            </a:r>
            <a:endParaRPr lang="es-CL" sz="3600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24021" y="4260659"/>
            <a:ext cx="7161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Presentar información de un set de datos utilizando librería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para graficar la información.</a:t>
            </a:r>
            <a:endParaRPr lang="es-CL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</a:t>
            </a:r>
            <a:r>
              <a:rPr lang="es-CL" sz="2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lang="es-CL" sz="1200" b="0" i="0" u="none" strike="noStrike" cap="none" dirty="0" err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2333287"/>
            <a:ext cx="5948218" cy="2482554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122185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86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lang="es-CL" sz="2000" b="0" i="0" u="none" strike="noStrike" cap="none" dirty="0" err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 (asincrónico).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657857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2998827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lang="es-CL" sz="2000" b="0" i="0" u="none" strike="noStrike" cap="none" dirty="0" err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Final.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4776" y="3056201"/>
            <a:ext cx="2761463" cy="1602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6629" y="3857392"/>
            <a:ext cx="2717918" cy="1602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6629" y="1959429"/>
            <a:ext cx="2717918" cy="1602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800944" y="-433052"/>
            <a:ext cx="5111525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039374" y="65578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  Librería Matplotlib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1256874" y="1129803"/>
            <a:ext cx="4719048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“Análisis Visual Librería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“Demo Librería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Matplotlib.ipynb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 Caso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Covid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por región.pptx”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“Análisis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Covid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Región.ipynb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dirty="0">
              <a:solidFill>
                <a:schemeClr val="lt1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“Autoevaluación.xlsx”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1852" y="2112450"/>
            <a:ext cx="2304592" cy="129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4747" y="4008413"/>
            <a:ext cx="2311697" cy="130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6">
            <a:alphaModFix/>
          </a:blip>
          <a:srcRect t="9515" r="34718" b="29588"/>
          <a:stretch/>
        </p:blipFill>
        <p:spPr>
          <a:xfrm>
            <a:off x="9149770" y="3179939"/>
            <a:ext cx="2582227" cy="1354906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3858328" y="1971567"/>
            <a:ext cx="8703965" cy="276589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lang="es-CL" sz="32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681467" y="2356950"/>
            <a:ext cx="6883500" cy="25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Final:</a:t>
            </a:r>
            <a:endParaRPr lang="es-CL" dirty="0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“Precio Propiedades.docx”</a:t>
            </a:r>
            <a:endParaRPr lang="es-CL" dirty="0">
              <a:solidFill>
                <a:schemeClr val="lt1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“Notebook: "Precio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Propiedades.ipynb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dirty="0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Rúbrica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evaluación final Precio Propiedades.xlsx”</a:t>
            </a: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lang="es-CL" sz="3200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838200" y="16019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 y Reflexión: </a:t>
            </a:r>
            <a:br>
              <a:rPr lang="es-CL" dirty="0"/>
            </a:br>
            <a:br>
              <a:rPr lang="es-CL" dirty="0"/>
            </a:b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hemos aprendido hoy”</a:t>
            </a:r>
            <a:endParaRPr lang="es-CL"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Practica, practica y practica…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te sientas frustrado ni sientas que no sirves para </a:t>
            </a:r>
            <a:r>
              <a:rPr lang="es-CL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ésto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partida siempre cuesta un poco más.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 parte de la comunidad, comparte.</a:t>
            </a:r>
            <a:endParaRPr lang="es-CL"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1" name="Google Shape;171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SzPts val="1600"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</a:t>
            </a:r>
            <a:r>
              <a:rPr lang="en-US" sz="16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lo que </a:t>
            </a:r>
            <a:r>
              <a:rPr lang="en-US" sz="16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haces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HOY,</a:t>
            </a:r>
            <a:r>
              <a:rPr lang="en-US" sz="1600" b="1" dirty="0">
                <a:solidFill>
                  <a:schemeClr val="lt1"/>
                </a:solidFill>
              </a:rPr>
              <a:t> </a:t>
            </a:r>
            <a:endParaRPr lang="es-ES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MAÑANA”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2360024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Panorámica</PresentationFormat>
  <Paragraphs>52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29</cp:revision>
  <dcterms:created xsi:type="dcterms:W3CDTF">2023-01-03T12:28:26Z</dcterms:created>
  <dcterms:modified xsi:type="dcterms:W3CDTF">2025-09-25T13:32:04Z</dcterms:modified>
</cp:coreProperties>
</file>