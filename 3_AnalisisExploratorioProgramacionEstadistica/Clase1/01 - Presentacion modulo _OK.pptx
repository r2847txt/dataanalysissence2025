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iSumtZW0HdPO/1oDd+19G2t+vJ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2D0380-804C-69F7-FE4D-2DF91D826E77}" v="8" dt="2025-09-26T12:10:58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raya Salazar" userId="S::soraya.salazar@kibernumacademy.com::fdf00a5c-f577-43dc-8064-9968cad83607" providerId="AD" clId="Web-{962D0380-804C-69F7-FE4D-2DF91D826E77}"/>
    <pc:docChg chg="modSld">
      <pc:chgData name="Soraya Salazar" userId="S::soraya.salazar@kibernumacademy.com::fdf00a5c-f577-43dc-8064-9968cad83607" providerId="AD" clId="Web-{962D0380-804C-69F7-FE4D-2DF91D826E77}" dt="2025-09-26T12:10:58.211" v="5" actId="20577"/>
      <pc:docMkLst>
        <pc:docMk/>
      </pc:docMkLst>
      <pc:sldChg chg="modSp">
        <pc:chgData name="Soraya Salazar" userId="S::soraya.salazar@kibernumacademy.com::fdf00a5c-f577-43dc-8064-9968cad83607" providerId="AD" clId="Web-{962D0380-804C-69F7-FE4D-2DF91D826E77}" dt="2025-09-26T12:10:58.211" v="5" actId="20577"/>
        <pc:sldMkLst>
          <pc:docMk/>
          <pc:sldMk cId="0" sldId="256"/>
        </pc:sldMkLst>
        <pc:spChg chg="mod">
          <ac:chgData name="Soraya Salazar" userId="S::soraya.salazar@kibernumacademy.com::fdf00a5c-f577-43dc-8064-9968cad83607" providerId="AD" clId="Web-{962D0380-804C-69F7-FE4D-2DF91D826E77}" dt="2025-09-26T12:10:58.211" v="5" actId="20577"/>
          <ac:spMkLst>
            <pc:docMk/>
            <pc:sldMk cId="0" sldId="256"/>
            <ac:spMk id="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64" name="Google Shape;1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Un conjunto de letras negras en un fondo blanc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703776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/>
          <p:nvPr/>
        </p:nvSpPr>
        <p:spPr>
          <a:xfrm>
            <a:off x="3890331" y="3715090"/>
            <a:ext cx="7135021" cy="1655893"/>
          </a:xfrm>
          <a:prstGeom prst="roundRect">
            <a:avLst>
              <a:gd name="adj" fmla="val 7874"/>
            </a:avLst>
          </a:prstGeom>
          <a:solidFill>
            <a:schemeClr val="dk1">
              <a:alpha val="75686"/>
            </a:schemeClr>
          </a:solidFill>
          <a:ln>
            <a:noFill/>
          </a:ln>
        </p:spPr>
        <p:txBody>
          <a:bodyPr spcFirstLastPara="1" wrap="square" lIns="91425" tIns="45700" rIns="5400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4047628" y="3788229"/>
            <a:ext cx="6472326" cy="150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ES" sz="5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Presentación del Módulo</a:t>
            </a:r>
            <a:endParaRPr sz="30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047628" y="3121649"/>
            <a:ext cx="702277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s-ES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Exploratorio y Programación Estadística</a:t>
            </a:r>
            <a:endParaRPr lang="es-ES"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5860869" y="-1025662"/>
            <a:ext cx="5355771" cy="6672836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80293" y="407639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Presentación del módulo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6563013" y="1415703"/>
            <a:ext cx="4324200" cy="43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del Módulo:</a:t>
            </a:r>
            <a:endParaRPr/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“Análisis Exploratorio y Programación estadística”.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Duración:</a:t>
            </a:r>
            <a:endParaRPr/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 horas - 4 días</a:t>
            </a:r>
            <a:endParaRPr/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Competencia del módulo:</a:t>
            </a:r>
            <a:endParaRPr sz="18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“Aprender análisis exploratorio y estadística descriptiva para resolver problemas analíticos, resultados con visualizaciones en Python ”</a:t>
            </a:r>
            <a:endParaRPr/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7041" y="2786288"/>
            <a:ext cx="322811" cy="3228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2"/>
          <p:cNvGrpSpPr/>
          <p:nvPr/>
        </p:nvGrpSpPr>
        <p:grpSpPr>
          <a:xfrm>
            <a:off x="1207419" y="1775753"/>
            <a:ext cx="3524500" cy="3720972"/>
            <a:chOff x="1768973" y="0"/>
            <a:chExt cx="3524500" cy="3720972"/>
          </a:xfrm>
        </p:grpSpPr>
        <p:sp>
          <p:nvSpPr>
            <p:cNvPr id="102" name="Google Shape;102;p2"/>
            <p:cNvSpPr/>
            <p:nvPr/>
          </p:nvSpPr>
          <p:spPr>
            <a:xfrm>
              <a:off x="1768973" y="0"/>
              <a:ext cx="3524500" cy="3524500"/>
            </a:xfrm>
            <a:prstGeom prst="ellipse">
              <a:avLst/>
            </a:prstGeom>
            <a:blipFill rotWithShape="1">
              <a:blip r:embed="rId4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 flipH="1"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3413435" y="3516041"/>
              <a:ext cx="97637" cy="2049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5" name="Google Shape;105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7047" y="1775760"/>
            <a:ext cx="322811" cy="322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7050" y="3796819"/>
            <a:ext cx="322811" cy="322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718763" y="347074"/>
            <a:ext cx="756238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Aprendizaje esperado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-1092450" y="1256525"/>
            <a:ext cx="10554604" cy="4682067"/>
          </a:xfrm>
          <a:prstGeom prst="roundRect">
            <a:avLst>
              <a:gd name="adj" fmla="val 4466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718763" y="1869024"/>
            <a:ext cx="82698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Utilizar  los  conceptos  básicos  de  estadística descriptiva para la caracterización de un conjunto de datos de una población.</a:t>
            </a:r>
            <a:endParaRPr/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Explicar los conceptos de correlación y regresión lineal para la caracterización de un conjunto de datos de una población.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AutoNum type="arabicPeriod"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Presentar información de un set de datos utilizando librería Seaborn para graficar la información.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  Presentar información de un set de datos utilizando librería Matplotlib para graficar           la información.</a:t>
            </a:r>
            <a:endParaRPr>
              <a:solidFill>
                <a:schemeClr val="dk1"/>
              </a:solidFill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just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264397" y="-231112"/>
            <a:ext cx="4991100" cy="739558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5794550" y="625631"/>
            <a:ext cx="5982328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Evaluación del Módulo</a:t>
            </a:r>
            <a:endParaRPr/>
          </a:p>
        </p:txBody>
      </p:sp>
      <p:sp>
        <p:nvSpPr>
          <p:cNvPr id="120" name="Google Shape;120;p4"/>
          <p:cNvSpPr txBox="1"/>
          <p:nvPr/>
        </p:nvSpPr>
        <p:spPr>
          <a:xfrm>
            <a:off x="680076" y="2319049"/>
            <a:ext cx="442099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20% Pruebas de conocimiento.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30% Ejecuciones prácticas parciales.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10% Participación en clases.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40% Trabajo final del módulo.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87086" y="1734030"/>
            <a:ext cx="6574971" cy="3497701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996678" y="725968"/>
            <a:ext cx="5337175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Sesiones del módulo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914055" y="1552216"/>
            <a:ext cx="3524500" cy="35245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l="-24998" r="-24998"/>
            </a:stretch>
          </a:blip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"/>
          <p:cNvSpPr txBox="1"/>
          <p:nvPr/>
        </p:nvSpPr>
        <p:spPr>
          <a:xfrm>
            <a:off x="1057048" y="2075571"/>
            <a:ext cx="5216434" cy="2814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Univariado.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Multivariado.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Regresiones Lineales Simples.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Regresiones Lineales Múltiples.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Visual de Datos.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Matplotlib.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6031842" y="-387943"/>
            <a:ext cx="4838849" cy="5877097"/>
          </a:xfrm>
          <a:prstGeom prst="roundRect">
            <a:avLst>
              <a:gd name="adj" fmla="val 2778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399514" y="755725"/>
            <a:ext cx="529347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grpSp>
        <p:nvGrpSpPr>
          <p:cNvPr id="135" name="Google Shape;135;p6"/>
          <p:cNvGrpSpPr/>
          <p:nvPr/>
        </p:nvGrpSpPr>
        <p:grpSpPr>
          <a:xfrm>
            <a:off x="1331731" y="1765898"/>
            <a:ext cx="3723255" cy="3723255"/>
            <a:chOff x="1851310" y="106614"/>
            <a:chExt cx="3723255" cy="3723255"/>
          </a:xfrm>
        </p:grpSpPr>
        <p:sp>
          <p:nvSpPr>
            <p:cNvPr id="136" name="Google Shape;136;p6"/>
            <p:cNvSpPr/>
            <p:nvPr/>
          </p:nvSpPr>
          <p:spPr>
            <a:xfrm>
              <a:off x="1851310" y="106614"/>
              <a:ext cx="3723255" cy="3723255"/>
            </a:xfrm>
            <a:prstGeom prst="ellipse">
              <a:avLst/>
            </a:prstGeom>
            <a:blipFill rotWithShape="1">
              <a:blip r:embed="rId3">
                <a:alphaModFix/>
              </a:blip>
              <a:stretch>
                <a:fillRect l="-24998" r="-24998"/>
              </a:stretch>
            </a:blip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 flipH="1">
              <a:off x="3605926" y="3613382"/>
              <a:ext cx="103143" cy="216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3605926" y="3613382"/>
              <a:ext cx="103143" cy="2164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6"/>
          <p:cNvSpPr txBox="1"/>
          <p:nvPr/>
        </p:nvSpPr>
        <p:spPr>
          <a:xfrm>
            <a:off x="6709551" y="1388621"/>
            <a:ext cx="3335700" cy="3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Conceptos básicos de estadística descriptiva.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Univariado.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Multivariado.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Regresiones Lineales.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Matplotlib.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AutoNum type="arabicPeriod"/>
            </a:pPr>
            <a:r>
              <a:rPr lang="es-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Librería Seaborn.</a:t>
            </a:r>
            <a:endParaRPr/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/>
          <p:nvPr/>
        </p:nvSpPr>
        <p:spPr>
          <a:xfrm>
            <a:off x="-475129" y="4385730"/>
            <a:ext cx="8472500" cy="746087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-475129" y="1875450"/>
            <a:ext cx="8472500" cy="2270040"/>
          </a:xfrm>
          <a:prstGeom prst="roundRect">
            <a:avLst>
              <a:gd name="adj" fmla="val 2971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703629" y="59191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Consejos para el éxito</a:t>
            </a:r>
            <a:endParaRPr sz="3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422275" y="2115690"/>
            <a:ext cx="7041235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Practicar lo más que puedan (recomendación: media hora por día).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sentirse frustrado o con miedo. Aprender de los errores al comienzo es clave del éxito.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 parte de una comunidad, compartir errores y soluciones.</a:t>
            </a: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8391458" y="1875450"/>
            <a:ext cx="3585699" cy="3264414"/>
          </a:xfrm>
          <a:prstGeom prst="roundRect">
            <a:avLst>
              <a:gd name="adj" fmla="val 2971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7" descr="Icon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5231" y="2093425"/>
            <a:ext cx="2798152" cy="27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279925" y="4555089"/>
            <a:ext cx="704123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es-E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“Tu FUTURO se decide por lo que haces HOY, no MAÑANA”</a:t>
            </a:r>
            <a:endParaRPr/>
          </a:p>
          <a:p>
            <a:pPr marL="285750" marR="0" lvl="0" indent="-171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/>
        </p:nvSpPr>
        <p:spPr>
          <a:xfrm>
            <a:off x="739685" y="3595529"/>
            <a:ext cx="5791744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Visualización de datos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-585177" y="3057041"/>
            <a:ext cx="7639120" cy="1045333"/>
          </a:xfrm>
          <a:prstGeom prst="roundRect">
            <a:avLst>
              <a:gd name="adj" fmla="val 9640"/>
            </a:avLst>
          </a:prstGeom>
          <a:gradFill>
            <a:gsLst>
              <a:gs pos="0">
                <a:srgbClr val="58751F"/>
              </a:gs>
              <a:gs pos="50000">
                <a:srgbClr val="81AB2C"/>
              </a:gs>
              <a:gs pos="100000">
                <a:srgbClr val="9BCC36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rgbClr val="008C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2768633" y="2835053"/>
            <a:ext cx="4446644" cy="1489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lang="es-ES" sz="3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Dudas y consultas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704850" y="2786424"/>
            <a:ext cx="10782300" cy="1008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s-ES" sz="3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Fin Presentación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Panorámica</PresentationFormat>
  <Paragraphs>53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  Presentación del Módulo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Presentación del Módulo</dc:title>
  <dc:creator>Kibernum</dc:creator>
  <cp:lastModifiedBy>Diseño ITA</cp:lastModifiedBy>
  <cp:revision>6</cp:revision>
  <dcterms:created xsi:type="dcterms:W3CDTF">2023-01-03T12:28:26Z</dcterms:created>
  <dcterms:modified xsi:type="dcterms:W3CDTF">2025-09-26T12:10:59Z</dcterms:modified>
</cp:coreProperties>
</file>