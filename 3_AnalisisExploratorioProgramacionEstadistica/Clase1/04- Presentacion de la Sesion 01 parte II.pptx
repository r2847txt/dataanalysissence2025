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i11P0jxdPNhdststBB3grVjall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41B55D-7295-1404-8ABA-3909EA511931}" v="118" dt="2024-05-30T13:45:16.6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len Fonseca" userId="S::belen.fonseca@kibernumacademy.com::61f65173-fc2e-44ca-ab0c-9c920d3f9d81" providerId="AD" clId="Web-{E941B55D-7295-1404-8ABA-3909EA511931}"/>
    <pc:docChg chg="modSld">
      <pc:chgData name="Belen Fonseca" userId="S::belen.fonseca@kibernumacademy.com::61f65173-fc2e-44ca-ab0c-9c920d3f9d81" providerId="AD" clId="Web-{E941B55D-7295-1404-8ABA-3909EA511931}" dt="2024-05-30T13:45:16.104" v="60" actId="20577"/>
      <pc:docMkLst>
        <pc:docMk/>
      </pc:docMkLst>
      <pc:sldChg chg="delSp modSp">
        <pc:chgData name="Belen Fonseca" userId="S::belen.fonseca@kibernumacademy.com::61f65173-fc2e-44ca-ab0c-9c920d3f9d81" providerId="AD" clId="Web-{E941B55D-7295-1404-8ABA-3909EA511931}" dt="2024-05-30T13:39:55.207" v="5" actId="1076"/>
        <pc:sldMkLst>
          <pc:docMk/>
          <pc:sldMk cId="0" sldId="257"/>
        </pc:sldMkLst>
        <pc:spChg chg="mod">
          <ac:chgData name="Belen Fonseca" userId="S::belen.fonseca@kibernumacademy.com::61f65173-fc2e-44ca-ab0c-9c920d3f9d81" providerId="AD" clId="Web-{E941B55D-7295-1404-8ABA-3909EA511931}" dt="2024-05-30T13:39:55.207" v="5" actId="1076"/>
          <ac:spMkLst>
            <pc:docMk/>
            <pc:sldMk cId="0" sldId="257"/>
            <ac:spMk id="97" creationId="{00000000-0000-0000-0000-000000000000}"/>
          </ac:spMkLst>
        </pc:spChg>
        <pc:spChg chg="del">
          <ac:chgData name="Belen Fonseca" userId="S::belen.fonseca@kibernumacademy.com::61f65173-fc2e-44ca-ab0c-9c920d3f9d81" providerId="AD" clId="Web-{E941B55D-7295-1404-8ABA-3909EA511931}" dt="2024-05-30T13:39:50.972" v="4"/>
          <ac:spMkLst>
            <pc:docMk/>
            <pc:sldMk cId="0" sldId="257"/>
            <ac:spMk id="98" creationId="{00000000-0000-0000-0000-000000000000}"/>
          </ac:spMkLst>
        </pc:spChg>
      </pc:sldChg>
      <pc:sldChg chg="modSp">
        <pc:chgData name="Belen Fonseca" userId="S::belen.fonseca@kibernumacademy.com::61f65173-fc2e-44ca-ab0c-9c920d3f9d81" providerId="AD" clId="Web-{E941B55D-7295-1404-8ABA-3909EA511931}" dt="2024-05-30T13:41:08.708" v="9" actId="20577"/>
        <pc:sldMkLst>
          <pc:docMk/>
          <pc:sldMk cId="0" sldId="258"/>
        </pc:sldMkLst>
        <pc:spChg chg="mod">
          <ac:chgData name="Belen Fonseca" userId="S::belen.fonseca@kibernumacademy.com::61f65173-fc2e-44ca-ab0c-9c920d3f9d81" providerId="AD" clId="Web-{E941B55D-7295-1404-8ABA-3909EA511931}" dt="2024-05-30T13:41:08.708" v="9" actId="20577"/>
          <ac:spMkLst>
            <pc:docMk/>
            <pc:sldMk cId="0" sldId="258"/>
            <ac:spMk id="104" creationId="{00000000-0000-0000-0000-000000000000}"/>
          </ac:spMkLst>
        </pc:spChg>
        <pc:spChg chg="mod">
          <ac:chgData name="Belen Fonseca" userId="S::belen.fonseca@kibernumacademy.com::61f65173-fc2e-44ca-ab0c-9c920d3f9d81" providerId="AD" clId="Web-{E941B55D-7295-1404-8ABA-3909EA511931}" dt="2024-05-30T13:40:50.661" v="7" actId="20577"/>
          <ac:spMkLst>
            <pc:docMk/>
            <pc:sldMk cId="0" sldId="258"/>
            <ac:spMk id="106" creationId="{00000000-0000-0000-0000-000000000000}"/>
          </ac:spMkLst>
        </pc:spChg>
        <pc:spChg chg="mod">
          <ac:chgData name="Belen Fonseca" userId="S::belen.fonseca@kibernumacademy.com::61f65173-fc2e-44ca-ab0c-9c920d3f9d81" providerId="AD" clId="Web-{E941B55D-7295-1404-8ABA-3909EA511931}" dt="2024-05-30T13:40:39.848" v="6" actId="20577"/>
          <ac:spMkLst>
            <pc:docMk/>
            <pc:sldMk cId="0" sldId="258"/>
            <ac:spMk id="107" creationId="{00000000-0000-0000-0000-000000000000}"/>
          </ac:spMkLst>
        </pc:spChg>
        <pc:spChg chg="mod">
          <ac:chgData name="Belen Fonseca" userId="S::belen.fonseca@kibernumacademy.com::61f65173-fc2e-44ca-ab0c-9c920d3f9d81" providerId="AD" clId="Web-{E941B55D-7295-1404-8ABA-3909EA511931}" dt="2024-05-30T13:41:00.005" v="8" actId="20577"/>
          <ac:spMkLst>
            <pc:docMk/>
            <pc:sldMk cId="0" sldId="258"/>
            <ac:spMk id="108" creationId="{00000000-0000-0000-0000-000000000000}"/>
          </ac:spMkLst>
        </pc:spChg>
      </pc:sldChg>
      <pc:sldChg chg="modSp">
        <pc:chgData name="Belen Fonseca" userId="S::belen.fonseca@kibernumacademy.com::61f65173-fc2e-44ca-ab0c-9c920d3f9d81" providerId="AD" clId="Web-{E941B55D-7295-1404-8ABA-3909EA511931}" dt="2024-05-30T13:41:41.100" v="17" actId="20577"/>
        <pc:sldMkLst>
          <pc:docMk/>
          <pc:sldMk cId="0" sldId="259"/>
        </pc:sldMkLst>
        <pc:spChg chg="mod">
          <ac:chgData name="Belen Fonseca" userId="S::belen.fonseca@kibernumacademy.com::61f65173-fc2e-44ca-ab0c-9c920d3f9d81" providerId="AD" clId="Web-{E941B55D-7295-1404-8ABA-3909EA511931}" dt="2024-05-30T13:41:41.100" v="17" actId="20577"/>
          <ac:spMkLst>
            <pc:docMk/>
            <pc:sldMk cId="0" sldId="259"/>
            <ac:spMk id="115" creationId="{00000000-0000-0000-0000-000000000000}"/>
          </ac:spMkLst>
        </pc:spChg>
        <pc:spChg chg="mod">
          <ac:chgData name="Belen Fonseca" userId="S::belen.fonseca@kibernumacademy.com::61f65173-fc2e-44ca-ab0c-9c920d3f9d81" providerId="AD" clId="Web-{E941B55D-7295-1404-8ABA-3909EA511931}" dt="2024-05-30T13:41:23.256" v="10" actId="20577"/>
          <ac:spMkLst>
            <pc:docMk/>
            <pc:sldMk cId="0" sldId="259"/>
            <ac:spMk id="117" creationId="{00000000-0000-0000-0000-000000000000}"/>
          </ac:spMkLst>
        </pc:spChg>
      </pc:sldChg>
      <pc:sldChg chg="modSp">
        <pc:chgData name="Belen Fonseca" userId="S::belen.fonseca@kibernumacademy.com::61f65173-fc2e-44ca-ab0c-9c920d3f9d81" providerId="AD" clId="Web-{E941B55D-7295-1404-8ABA-3909EA511931}" dt="2024-05-30T13:42:01.538" v="19" actId="20577"/>
        <pc:sldMkLst>
          <pc:docMk/>
          <pc:sldMk cId="0" sldId="260"/>
        </pc:sldMkLst>
        <pc:spChg chg="mod">
          <ac:chgData name="Belen Fonseca" userId="S::belen.fonseca@kibernumacademy.com::61f65173-fc2e-44ca-ab0c-9c920d3f9d81" providerId="AD" clId="Web-{E941B55D-7295-1404-8ABA-3909EA511931}" dt="2024-05-30T13:42:01.538" v="19" actId="20577"/>
          <ac:spMkLst>
            <pc:docMk/>
            <pc:sldMk cId="0" sldId="260"/>
            <ac:spMk id="129" creationId="{00000000-0000-0000-0000-000000000000}"/>
          </ac:spMkLst>
        </pc:spChg>
        <pc:spChg chg="mod">
          <ac:chgData name="Belen Fonseca" userId="S::belen.fonseca@kibernumacademy.com::61f65173-fc2e-44ca-ab0c-9c920d3f9d81" providerId="AD" clId="Web-{E941B55D-7295-1404-8ABA-3909EA511931}" dt="2024-05-30T13:41:52.600" v="18" actId="20577"/>
          <ac:spMkLst>
            <pc:docMk/>
            <pc:sldMk cId="0" sldId="260"/>
            <ac:spMk id="130" creationId="{00000000-0000-0000-0000-000000000000}"/>
          </ac:spMkLst>
        </pc:spChg>
      </pc:sldChg>
      <pc:sldChg chg="addSp delSp modSp">
        <pc:chgData name="Belen Fonseca" userId="S::belen.fonseca@kibernumacademy.com::61f65173-fc2e-44ca-ab0c-9c920d3f9d81" providerId="AD" clId="Web-{E941B55D-7295-1404-8ABA-3909EA511931}" dt="2024-05-30T13:42:42.101" v="43" actId="20577"/>
        <pc:sldMkLst>
          <pc:docMk/>
          <pc:sldMk cId="0" sldId="261"/>
        </pc:sldMkLst>
        <pc:spChg chg="mod">
          <ac:chgData name="Belen Fonseca" userId="S::belen.fonseca@kibernumacademy.com::61f65173-fc2e-44ca-ab0c-9c920d3f9d81" providerId="AD" clId="Web-{E941B55D-7295-1404-8ABA-3909EA511931}" dt="2024-05-30T13:42:42.101" v="43" actId="20577"/>
          <ac:spMkLst>
            <pc:docMk/>
            <pc:sldMk cId="0" sldId="261"/>
            <ac:spMk id="137" creationId="{00000000-0000-0000-0000-000000000000}"/>
          </ac:spMkLst>
        </pc:spChg>
        <pc:spChg chg="add del mod">
          <ac:chgData name="Belen Fonseca" userId="S::belen.fonseca@kibernumacademy.com::61f65173-fc2e-44ca-ab0c-9c920d3f9d81" providerId="AD" clId="Web-{E941B55D-7295-1404-8ABA-3909EA511931}" dt="2024-05-30T13:42:30.726" v="42" actId="20577"/>
          <ac:spMkLst>
            <pc:docMk/>
            <pc:sldMk cId="0" sldId="261"/>
            <ac:spMk id="138" creationId="{00000000-0000-0000-0000-000000000000}"/>
          </ac:spMkLst>
        </pc:spChg>
      </pc:sldChg>
      <pc:sldChg chg="modSp">
        <pc:chgData name="Belen Fonseca" userId="S::belen.fonseca@kibernumacademy.com::61f65173-fc2e-44ca-ab0c-9c920d3f9d81" providerId="AD" clId="Web-{E941B55D-7295-1404-8ABA-3909EA511931}" dt="2024-05-30T13:43:31.227" v="45" actId="20577"/>
        <pc:sldMkLst>
          <pc:docMk/>
          <pc:sldMk cId="0" sldId="262"/>
        </pc:sldMkLst>
        <pc:spChg chg="mod">
          <ac:chgData name="Belen Fonseca" userId="S::belen.fonseca@kibernumacademy.com::61f65173-fc2e-44ca-ab0c-9c920d3f9d81" providerId="AD" clId="Web-{E941B55D-7295-1404-8ABA-3909EA511931}" dt="2024-05-30T13:43:20.836" v="44" actId="20577"/>
          <ac:spMkLst>
            <pc:docMk/>
            <pc:sldMk cId="0" sldId="262"/>
            <ac:spMk id="145" creationId="{00000000-0000-0000-0000-000000000000}"/>
          </ac:spMkLst>
        </pc:spChg>
        <pc:spChg chg="mod">
          <ac:chgData name="Belen Fonseca" userId="S::belen.fonseca@kibernumacademy.com::61f65173-fc2e-44ca-ab0c-9c920d3f9d81" providerId="AD" clId="Web-{E941B55D-7295-1404-8ABA-3909EA511931}" dt="2024-05-30T13:43:31.227" v="45" actId="20577"/>
          <ac:spMkLst>
            <pc:docMk/>
            <pc:sldMk cId="0" sldId="262"/>
            <ac:spMk id="146" creationId="{00000000-0000-0000-0000-000000000000}"/>
          </ac:spMkLst>
        </pc:spChg>
      </pc:sldChg>
      <pc:sldChg chg="modSp">
        <pc:chgData name="Belen Fonseca" userId="S::belen.fonseca@kibernumacademy.com::61f65173-fc2e-44ca-ab0c-9c920d3f9d81" providerId="AD" clId="Web-{E941B55D-7295-1404-8ABA-3909EA511931}" dt="2024-05-30T13:43:49.962" v="46" actId="20577"/>
        <pc:sldMkLst>
          <pc:docMk/>
          <pc:sldMk cId="0" sldId="263"/>
        </pc:sldMkLst>
        <pc:spChg chg="mod">
          <ac:chgData name="Belen Fonseca" userId="S::belen.fonseca@kibernumacademy.com::61f65173-fc2e-44ca-ab0c-9c920d3f9d81" providerId="AD" clId="Web-{E941B55D-7295-1404-8ABA-3909EA511931}" dt="2024-05-30T13:43:49.962" v="46" actId="20577"/>
          <ac:spMkLst>
            <pc:docMk/>
            <pc:sldMk cId="0" sldId="263"/>
            <ac:spMk id="151" creationId="{00000000-0000-0000-0000-000000000000}"/>
          </ac:spMkLst>
        </pc:spChg>
      </pc:sldChg>
      <pc:sldChg chg="delSp modSp">
        <pc:chgData name="Belen Fonseca" userId="S::belen.fonseca@kibernumacademy.com::61f65173-fc2e-44ca-ab0c-9c920d3f9d81" providerId="AD" clId="Web-{E941B55D-7295-1404-8ABA-3909EA511931}" dt="2024-05-30T13:44:06.665" v="50" actId="1076"/>
        <pc:sldMkLst>
          <pc:docMk/>
          <pc:sldMk cId="0" sldId="264"/>
        </pc:sldMkLst>
        <pc:spChg chg="del">
          <ac:chgData name="Belen Fonseca" userId="S::belen.fonseca@kibernumacademy.com::61f65173-fc2e-44ca-ab0c-9c920d3f9d81" providerId="AD" clId="Web-{E941B55D-7295-1404-8ABA-3909EA511931}" dt="2024-05-30T13:43:56.509" v="49"/>
          <ac:spMkLst>
            <pc:docMk/>
            <pc:sldMk cId="0" sldId="264"/>
            <ac:spMk id="156" creationId="{00000000-0000-0000-0000-000000000000}"/>
          </ac:spMkLst>
        </pc:spChg>
        <pc:spChg chg="mod">
          <ac:chgData name="Belen Fonseca" userId="S::belen.fonseca@kibernumacademy.com::61f65173-fc2e-44ca-ab0c-9c920d3f9d81" providerId="AD" clId="Web-{E941B55D-7295-1404-8ABA-3909EA511931}" dt="2024-05-30T13:44:06.665" v="50" actId="1076"/>
          <ac:spMkLst>
            <pc:docMk/>
            <pc:sldMk cId="0" sldId="264"/>
            <ac:spMk id="157" creationId="{00000000-0000-0000-0000-000000000000}"/>
          </ac:spMkLst>
        </pc:spChg>
      </pc:sldChg>
      <pc:sldChg chg="modSp">
        <pc:chgData name="Belen Fonseca" userId="S::belen.fonseca@kibernumacademy.com::61f65173-fc2e-44ca-ab0c-9c920d3f9d81" providerId="AD" clId="Web-{E941B55D-7295-1404-8ABA-3909EA511931}" dt="2024-05-30T13:44:53.869" v="57" actId="20577"/>
        <pc:sldMkLst>
          <pc:docMk/>
          <pc:sldMk cId="0" sldId="265"/>
        </pc:sldMkLst>
        <pc:spChg chg="mod">
          <ac:chgData name="Belen Fonseca" userId="S::belen.fonseca@kibernumacademy.com::61f65173-fc2e-44ca-ab0c-9c920d3f9d81" providerId="AD" clId="Web-{E941B55D-7295-1404-8ABA-3909EA511931}" dt="2024-05-30T13:44:15.931" v="51" actId="20577"/>
          <ac:spMkLst>
            <pc:docMk/>
            <pc:sldMk cId="0" sldId="265"/>
            <ac:spMk id="163" creationId="{00000000-0000-0000-0000-000000000000}"/>
          </ac:spMkLst>
        </pc:spChg>
        <pc:spChg chg="mod">
          <ac:chgData name="Belen Fonseca" userId="S::belen.fonseca@kibernumacademy.com::61f65173-fc2e-44ca-ab0c-9c920d3f9d81" providerId="AD" clId="Web-{E941B55D-7295-1404-8ABA-3909EA511931}" dt="2024-05-30T13:44:26.181" v="52" actId="20577"/>
          <ac:spMkLst>
            <pc:docMk/>
            <pc:sldMk cId="0" sldId="265"/>
            <ac:spMk id="164" creationId="{00000000-0000-0000-0000-000000000000}"/>
          </ac:spMkLst>
        </pc:spChg>
        <pc:spChg chg="mod">
          <ac:chgData name="Belen Fonseca" userId="S::belen.fonseca@kibernumacademy.com::61f65173-fc2e-44ca-ab0c-9c920d3f9d81" providerId="AD" clId="Web-{E941B55D-7295-1404-8ABA-3909EA511931}" dt="2024-05-30T13:44:53.869" v="57" actId="20577"/>
          <ac:spMkLst>
            <pc:docMk/>
            <pc:sldMk cId="0" sldId="265"/>
            <ac:spMk id="168" creationId="{00000000-0000-0000-0000-000000000000}"/>
          </ac:spMkLst>
        </pc:spChg>
      </pc:sldChg>
      <pc:sldChg chg="modSp">
        <pc:chgData name="Belen Fonseca" userId="S::belen.fonseca@kibernumacademy.com::61f65173-fc2e-44ca-ab0c-9c920d3f9d81" providerId="AD" clId="Web-{E941B55D-7295-1404-8ABA-3909EA511931}" dt="2024-05-30T13:45:07.823" v="59" actId="20577"/>
        <pc:sldMkLst>
          <pc:docMk/>
          <pc:sldMk cId="0" sldId="266"/>
        </pc:sldMkLst>
        <pc:spChg chg="mod">
          <ac:chgData name="Belen Fonseca" userId="S::belen.fonseca@kibernumacademy.com::61f65173-fc2e-44ca-ab0c-9c920d3f9d81" providerId="AD" clId="Web-{E941B55D-7295-1404-8ABA-3909EA511931}" dt="2024-05-30T13:45:07.823" v="59" actId="20577"/>
          <ac:spMkLst>
            <pc:docMk/>
            <pc:sldMk cId="0" sldId="266"/>
            <ac:spMk id="175" creationId="{00000000-0000-0000-0000-000000000000}"/>
          </ac:spMkLst>
        </pc:spChg>
      </pc:sldChg>
      <pc:sldChg chg="modSp">
        <pc:chgData name="Belen Fonseca" userId="S::belen.fonseca@kibernumacademy.com::61f65173-fc2e-44ca-ab0c-9c920d3f9d81" providerId="AD" clId="Web-{E941B55D-7295-1404-8ABA-3909EA511931}" dt="2024-05-30T13:45:16.104" v="60" actId="20577"/>
        <pc:sldMkLst>
          <pc:docMk/>
          <pc:sldMk cId="0" sldId="267"/>
        </pc:sldMkLst>
        <pc:spChg chg="mod">
          <ac:chgData name="Belen Fonseca" userId="S::belen.fonseca@kibernumacademy.com::61f65173-fc2e-44ca-ab0c-9c920d3f9d81" providerId="AD" clId="Web-{E941B55D-7295-1404-8ABA-3909EA511931}" dt="2024-05-30T13:45:16.104" v="60" actId="20577"/>
          <ac:spMkLst>
            <pc:docMk/>
            <pc:sldMk cId="0" sldId="267"/>
            <ac:spMk id="18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1" name="Google Shape;10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0" name="Google Shape;16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1" name="Google Shape;17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8" name="Google Shape;17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 descr="Un conjunto de letras negras en un fondo blanco&#10;&#10;Descripción generada automáticamente con confianza m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7941"/>
            <a:ext cx="12192000" cy="703776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/>
          <p:nvPr/>
        </p:nvSpPr>
        <p:spPr>
          <a:xfrm>
            <a:off x="3906982" y="3257006"/>
            <a:ext cx="7102763" cy="2047637"/>
          </a:xfrm>
          <a:prstGeom prst="roundRect">
            <a:avLst>
              <a:gd name="adj" fmla="val 7874"/>
            </a:avLst>
          </a:prstGeom>
          <a:solidFill>
            <a:schemeClr val="dk1">
              <a:alpha val="75294"/>
            </a:schemeClr>
          </a:solidFill>
          <a:ln>
            <a:noFill/>
          </a:ln>
        </p:spPr>
        <p:txBody>
          <a:bodyPr spcFirstLastPara="1" wrap="square" lIns="91425" tIns="45700" rIns="5400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4169525" y="3123426"/>
            <a:ext cx="6757093" cy="198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5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Presentación de la sesión</a:t>
            </a:r>
            <a:endParaRPr sz="3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4108588" y="2792298"/>
            <a:ext cx="702277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3 –  Análisis Exploratorio y Programación Estadística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4"/>
          <p:cNvSpPr txBox="1">
            <a:spLocks noGrp="1"/>
          </p:cNvSpPr>
          <p:nvPr>
            <p:ph type="title"/>
          </p:nvPr>
        </p:nvSpPr>
        <p:spPr>
          <a:xfrm>
            <a:off x="838200" y="185599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600" dirty="0" err="1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Repaso</a:t>
            </a:r>
            <a:r>
              <a:rPr lang="en-US" sz="36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3600" dirty="0" err="1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Activación</a:t>
            </a:r>
            <a:r>
              <a:rPr lang="en-US" sz="36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3600" dirty="0" err="1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Conceptos</a:t>
            </a:r>
            <a:r>
              <a:rPr lang="en-US" sz="36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br>
              <a:rPr lang="en-US" sz="3600" dirty="0">
                <a:solidFill>
                  <a:srgbClr val="7F7F7F"/>
                </a:solidFill>
                <a:latin typeface="Arial"/>
                <a:ea typeface="Arial"/>
                <a:cs typeface="Arial"/>
              </a:rPr>
            </a:br>
            <a:br>
              <a:rPr lang="en-US" sz="3600" dirty="0">
                <a:solidFill>
                  <a:srgbClr val="7F7F7F"/>
                </a:solidFill>
                <a:latin typeface="Arial"/>
                <a:ea typeface="Arial"/>
                <a:cs typeface="Arial"/>
              </a:rPr>
            </a:br>
            <a:r>
              <a:rPr lang="en-US" sz="36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600" dirty="0" err="1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Preparándonos</a:t>
            </a:r>
            <a:r>
              <a:rPr lang="en-US" sz="36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para </a:t>
            </a:r>
            <a:r>
              <a:rPr lang="en-US" sz="3600" dirty="0" err="1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avanzar</a:t>
            </a:r>
            <a:r>
              <a:rPr lang="en-US" sz="36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sz="3600" dirty="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/>
          <p:nvPr/>
        </p:nvSpPr>
        <p:spPr>
          <a:xfrm>
            <a:off x="757382" y="3400280"/>
            <a:ext cx="7774334" cy="2428604"/>
          </a:xfrm>
          <a:prstGeom prst="roundRect">
            <a:avLst>
              <a:gd name="adj" fmla="val 4466"/>
            </a:avLst>
          </a:prstGeom>
          <a:gradFill>
            <a:gsLst>
              <a:gs pos="0">
                <a:srgbClr val="547D28"/>
              </a:gs>
              <a:gs pos="50000">
                <a:srgbClr val="7AB539"/>
              </a:gs>
              <a:gs pos="100000">
                <a:srgbClr val="92D94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924021" y="4260659"/>
            <a:ext cx="7161756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1. Utilizar los conceptos básicos de estadística descriptiva para la caracterización de un conjunto de datos de una población.</a:t>
            </a:r>
            <a:endParaRPr lang="es-CL"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757382" y="1391415"/>
            <a:ext cx="7774335" cy="932997"/>
          </a:xfrm>
          <a:prstGeom prst="roundRect">
            <a:avLst>
              <a:gd name="adj" fmla="val 4466"/>
            </a:avLst>
          </a:prstGeom>
          <a:gradFill>
            <a:gsLst>
              <a:gs pos="0">
                <a:srgbClr val="547D28"/>
              </a:gs>
              <a:gs pos="50000">
                <a:srgbClr val="7AB539"/>
              </a:gs>
              <a:gs pos="100000">
                <a:srgbClr val="92D94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924021" y="1459221"/>
            <a:ext cx="7074670" cy="751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Análisis Multivariado</a:t>
            </a:r>
            <a:endParaRPr lang="es-CL"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-262704" y="441923"/>
            <a:ext cx="5293474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s-CL" sz="3200" b="0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Título de la sesión</a:t>
            </a:r>
            <a:endParaRPr lang="es-CL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-150094" y="2392218"/>
            <a:ext cx="4368281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s-CL" sz="3200" b="0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Aprendizajes</a:t>
            </a:r>
            <a:endParaRPr lang="es-CL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/>
          <p:nvPr/>
        </p:nvSpPr>
        <p:spPr>
          <a:xfrm>
            <a:off x="1017556" y="1959429"/>
            <a:ext cx="5948218" cy="3235539"/>
          </a:xfrm>
          <a:prstGeom prst="roundRect">
            <a:avLst>
              <a:gd name="adj" fmla="val 2778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2063" y="3087351"/>
            <a:ext cx="322811" cy="322811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"/>
          <p:cNvSpPr txBox="1"/>
          <p:nvPr/>
        </p:nvSpPr>
        <p:spPr>
          <a:xfrm>
            <a:off x="1146404" y="2333286"/>
            <a:ext cx="6031345" cy="286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2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Análisis</a:t>
            </a:r>
            <a:r>
              <a:rPr lang="es-CL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Multivariado.</a:t>
            </a:r>
            <a:endParaRPr lang="es-CL" sz="20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Reforzar y profundizar conceptos (asincrónico).</a:t>
            </a:r>
            <a:endParaRPr lang="es-CL" sz="20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lang="es-CL" sz="20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lang="es-CL" sz="20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6" name="Google Shape;116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2063" y="3602720"/>
            <a:ext cx="322811" cy="322811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3"/>
          <p:cNvSpPr txBox="1"/>
          <p:nvPr/>
        </p:nvSpPr>
        <p:spPr>
          <a:xfrm>
            <a:off x="413134" y="951367"/>
            <a:ext cx="3975723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s-CL" sz="3200" b="0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Temáticas</a:t>
            </a:r>
            <a:endParaRPr lang="es-CL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/>
          <p:nvPr/>
        </p:nvSpPr>
        <p:spPr>
          <a:xfrm>
            <a:off x="6317819" y="-1933211"/>
            <a:ext cx="4553382" cy="7365792"/>
          </a:xfrm>
          <a:prstGeom prst="roundRect">
            <a:avLst>
              <a:gd name="adj" fmla="val 2778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3" name="Google Shape;123;p4"/>
          <p:cNvGrpSpPr/>
          <p:nvPr/>
        </p:nvGrpSpPr>
        <p:grpSpPr>
          <a:xfrm>
            <a:off x="1078806" y="1749685"/>
            <a:ext cx="3524500" cy="3630571"/>
            <a:chOff x="842747" y="90401"/>
            <a:chExt cx="3524500" cy="3630571"/>
          </a:xfrm>
        </p:grpSpPr>
        <p:sp>
          <p:nvSpPr>
            <p:cNvPr id="124" name="Google Shape;124;p4"/>
            <p:cNvSpPr/>
            <p:nvPr/>
          </p:nvSpPr>
          <p:spPr>
            <a:xfrm>
              <a:off x="842747" y="90401"/>
              <a:ext cx="3524500" cy="3524500"/>
            </a:xfrm>
            <a:prstGeom prst="ellipse">
              <a:avLst/>
            </a:prstGeom>
            <a:blipFill rotWithShape="1">
              <a:blip r:embed="rId3">
                <a:alphaModFix/>
              </a:blip>
              <a:stretch>
                <a:fillRect l="-24995" r="-24994"/>
              </a:stretch>
            </a:blip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4"/>
            <p:cNvSpPr/>
            <p:nvPr/>
          </p:nvSpPr>
          <p:spPr>
            <a:xfrm flipH="1">
              <a:off x="3413435" y="3516041"/>
              <a:ext cx="97637" cy="2049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4"/>
            <p:cNvSpPr txBox="1"/>
            <p:nvPr/>
          </p:nvSpPr>
          <p:spPr>
            <a:xfrm>
              <a:off x="3413435" y="3516041"/>
              <a:ext cx="97637" cy="2049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Calibri"/>
                <a:buNone/>
              </a:pPr>
              <a:endParaRPr sz="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7" name="Google Shape;127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91151" y="1761820"/>
            <a:ext cx="322811" cy="322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91151" y="3650392"/>
            <a:ext cx="322811" cy="32281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4"/>
          <p:cNvSpPr txBox="1"/>
          <p:nvPr/>
        </p:nvSpPr>
        <p:spPr>
          <a:xfrm>
            <a:off x="6578869" y="1761820"/>
            <a:ext cx="3949794" cy="224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Sesión Sincrónicas (3 </a:t>
            </a:r>
            <a:r>
              <a:rPr lang="es-CL" sz="2000" b="1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hrs</a:t>
            </a:r>
            <a:r>
              <a:rPr lang="es-CL" sz="2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lang="es-CL" dirty="0"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lang="es-CL"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s-CL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Análisis Multivariado</a:t>
            </a:r>
            <a:endParaRPr lang="es-CL" dirty="0">
              <a:solidFill>
                <a:schemeClr val="lt1"/>
              </a:solidFill>
            </a:endParaRPr>
          </a:p>
          <a:p>
            <a:pPr marL="285750" marR="0" lvl="0" indent="-158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endParaRPr lang="es-CL" sz="20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Sesión Asincrónicas (1 </a:t>
            </a:r>
            <a:r>
              <a:rPr lang="es-CL" sz="2000" b="1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hr</a:t>
            </a:r>
            <a:r>
              <a:rPr lang="es-CL" sz="2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lang="es-CL" dirty="0"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lang="es-CL"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s-CL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Reforzamiento de conceptos.</a:t>
            </a:r>
            <a:endParaRPr lang="es-CL" sz="20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0" name="Google Shape;130;p4"/>
          <p:cNvSpPr txBox="1"/>
          <p:nvPr/>
        </p:nvSpPr>
        <p:spPr>
          <a:xfrm>
            <a:off x="983657" y="424325"/>
            <a:ext cx="4476905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 b="0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Estructura de la Sesión</a:t>
            </a:r>
            <a:endParaRPr lang="es-CL" sz="3200" b="0" i="0" u="none" strike="noStrike" cap="none" dirty="0">
              <a:solidFill>
                <a:srgbClr val="7F7F7F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04364" y="2309091"/>
            <a:ext cx="3722254" cy="2262909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5"/>
          <p:cNvSpPr/>
          <p:nvPr/>
        </p:nvSpPr>
        <p:spPr>
          <a:xfrm>
            <a:off x="993711" y="-110835"/>
            <a:ext cx="5111525" cy="7195126"/>
          </a:xfrm>
          <a:prstGeom prst="roundRect">
            <a:avLst>
              <a:gd name="adj" fmla="val 2778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 txBox="1"/>
          <p:nvPr/>
        </p:nvSpPr>
        <p:spPr>
          <a:xfrm>
            <a:off x="6039374" y="655781"/>
            <a:ext cx="5349062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 b="0" i="0" u="none" strike="noStrike" cap="none" dirty="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s-CL" sz="3200" b="0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. Análisis Multivariado</a:t>
            </a:r>
            <a:endParaRPr lang="es-CL" sz="3200" b="0" i="0" u="none" strike="noStrike" cap="none" dirty="0">
              <a:solidFill>
                <a:srgbClr val="7F7F7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Google Shape;138;p5"/>
          <p:cNvSpPr txBox="1"/>
          <p:nvPr/>
        </p:nvSpPr>
        <p:spPr>
          <a:xfrm>
            <a:off x="1320326" y="1663843"/>
            <a:ext cx="4719000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Presentación:</a:t>
            </a:r>
            <a:endParaRPr lang="es-CL" dirty="0"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lang="es-CL"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AutoNum type="arabicPeriod"/>
            </a:pPr>
            <a:r>
              <a:rPr lang="es-CL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“Análisis Multivariado.pptx”</a:t>
            </a:r>
            <a:endParaRPr lang="es-CL" sz="20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20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algn="just"/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es-CL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Demostración:</a:t>
            </a:r>
            <a:endParaRPr lang="es-CL" dirty="0">
              <a:solidFill>
                <a:schemeClr val="lt1"/>
              </a:solidFill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20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AutoNum type="arabicPeriod"/>
            </a:pPr>
            <a:r>
              <a:rPr lang="es-CL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“Análisis </a:t>
            </a:r>
            <a:r>
              <a:rPr lang="es-CL" sz="20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Multivariado.ipynb</a:t>
            </a:r>
            <a:r>
              <a:rPr lang="es-CL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lang="es-CL" dirty="0">
              <a:solidFill>
                <a:schemeClr val="lt1"/>
              </a:solidFill>
            </a:endParaRPr>
          </a:p>
          <a:p>
            <a:pPr marL="457200" marR="0" lvl="0" indent="-330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endParaRPr lang="es-CL" sz="20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Actividad:</a:t>
            </a:r>
            <a:endParaRPr lang="es-CL" dirty="0">
              <a:solidFill>
                <a:schemeClr val="lt1"/>
              </a:solidFill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20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AutoNum type="arabicPeriod"/>
            </a:pPr>
            <a:r>
              <a:rPr lang="es-CL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“Caso </a:t>
            </a:r>
            <a:r>
              <a:rPr lang="es-CL" sz="20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Datasaurus.ipynb</a:t>
            </a:r>
            <a:r>
              <a:rPr lang="es-CL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lang="es-CL" dirty="0">
              <a:solidFill>
                <a:schemeClr val="lt1"/>
              </a:solidFill>
            </a:endParaRPr>
          </a:p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AutoNum type="arabicPeriod"/>
            </a:pPr>
            <a:r>
              <a:rPr lang="es-CL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“Autoevaluación Caso Datasaurus.xlsx”</a:t>
            </a:r>
            <a:endParaRPr lang="es-CL" sz="20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39" name="Google Shape;139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79212" y="2492013"/>
            <a:ext cx="3372557" cy="1897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"/>
          <p:cNvSpPr/>
          <p:nvPr/>
        </p:nvSpPr>
        <p:spPr>
          <a:xfrm>
            <a:off x="3922145" y="2041235"/>
            <a:ext cx="8703965" cy="2715491"/>
          </a:xfrm>
          <a:prstGeom prst="roundRect">
            <a:avLst>
              <a:gd name="adj" fmla="val 2778"/>
            </a:avLst>
          </a:prstGeom>
          <a:gradFill>
            <a:gsLst>
              <a:gs pos="0">
                <a:srgbClr val="547D28"/>
              </a:gs>
              <a:gs pos="50000">
                <a:srgbClr val="7AB539"/>
              </a:gs>
              <a:gs pos="100000">
                <a:srgbClr val="92D94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 txBox="1"/>
          <p:nvPr/>
        </p:nvSpPr>
        <p:spPr>
          <a:xfrm>
            <a:off x="697427" y="891293"/>
            <a:ext cx="4626122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s-CL" sz="3200" b="0" i="0" u="none" strike="noStrike" cap="none" dirty="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2. Desafío Sesión</a:t>
            </a:r>
            <a:endParaRPr lang="es-CL" sz="3200" b="0" i="0" u="none" strike="noStrike" cap="none" dirty="0">
              <a:solidFill>
                <a:srgbClr val="75707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Google Shape;146;p8"/>
          <p:cNvSpPr txBox="1"/>
          <p:nvPr/>
        </p:nvSpPr>
        <p:spPr>
          <a:xfrm>
            <a:off x="4785970" y="2666341"/>
            <a:ext cx="47190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Actividad (asincrónica):</a:t>
            </a:r>
            <a:endParaRPr lang="es-CL"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s-CL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“Guía Análisis </a:t>
            </a:r>
            <a:r>
              <a:rPr lang="es-CL" sz="20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Multivariado.ipynb</a:t>
            </a:r>
            <a:r>
              <a:rPr lang="es-CL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lang="es-CL"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285750" marR="0" lvl="0" indent="-158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lang="es-CL" sz="20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>
            <a:spLocks noGrp="1"/>
          </p:cNvSpPr>
          <p:nvPr>
            <p:ph type="title"/>
          </p:nvPr>
        </p:nvSpPr>
        <p:spPr>
          <a:xfrm>
            <a:off x="930564" y="328381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32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Cierre de la Sesión</a:t>
            </a:r>
            <a:endParaRPr lang="es-CL" sz="3200" dirty="0">
              <a:solidFill>
                <a:srgbClr val="7F7F7F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>
            <a:spLocks noGrp="1"/>
          </p:cNvSpPr>
          <p:nvPr>
            <p:ph type="title"/>
          </p:nvPr>
        </p:nvSpPr>
        <p:spPr>
          <a:xfrm>
            <a:off x="838200" y="167929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200" b="0" i="0" u="none" strike="noStrike" cap="none" dirty="0" err="1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Recapitulación</a:t>
            </a:r>
            <a:r>
              <a:rPr lang="en-US" sz="3200" b="0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3200" b="0" i="0" u="none" strike="noStrike" cap="none" dirty="0" err="1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Reflexión</a:t>
            </a:r>
            <a:r>
              <a:rPr lang="en-US" sz="3200" b="0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br>
              <a:rPr lang="en-US" dirty="0"/>
            </a:br>
            <a:br>
              <a:rPr lang="en-US" dirty="0"/>
            </a:br>
            <a:r>
              <a:rPr lang="en-US" sz="3200" b="0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“Lo que </a:t>
            </a:r>
            <a:r>
              <a:rPr lang="en-US" sz="3200" b="0" i="0" u="none" strike="noStrike" cap="none" dirty="0" err="1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hemos</a:t>
            </a:r>
            <a:r>
              <a:rPr lang="en-US" sz="3200" b="0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0" i="0" u="none" strike="noStrike" cap="none" dirty="0" err="1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aprendido</a:t>
            </a:r>
            <a:r>
              <a:rPr lang="en-US" sz="3200" b="0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hoy”</a:t>
            </a:r>
            <a:endParaRPr lang="es-ES" sz="32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"/>
          <p:cNvSpPr/>
          <p:nvPr/>
        </p:nvSpPr>
        <p:spPr>
          <a:xfrm>
            <a:off x="4138384" y="1954130"/>
            <a:ext cx="8472500" cy="2382886"/>
          </a:xfrm>
          <a:prstGeom prst="roundRect">
            <a:avLst>
              <a:gd name="adj" fmla="val 2971"/>
            </a:avLst>
          </a:prstGeom>
          <a:gradFill>
            <a:gsLst>
              <a:gs pos="0">
                <a:srgbClr val="547D28"/>
              </a:gs>
              <a:gs pos="50000">
                <a:srgbClr val="7AB539"/>
              </a:gs>
              <a:gs pos="100000">
                <a:srgbClr val="92D94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 txBox="1"/>
          <p:nvPr/>
        </p:nvSpPr>
        <p:spPr>
          <a:xfrm>
            <a:off x="653183" y="475023"/>
            <a:ext cx="10782300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0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¡</a:t>
            </a:r>
            <a:r>
              <a:rPr lang="es-CL" sz="3200" b="0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Consejos para el éxito!</a:t>
            </a:r>
            <a:endParaRPr lang="es-CL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Google Shape;164;p9"/>
          <p:cNvSpPr txBox="1"/>
          <p:nvPr/>
        </p:nvSpPr>
        <p:spPr>
          <a:xfrm>
            <a:off x="4596567" y="2196555"/>
            <a:ext cx="7041235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s-CL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Practica, practica y practica…</a:t>
            </a:r>
            <a:endParaRPr lang="es-CL" sz="20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lang="es-CL" sz="20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s-CL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 te sientas frustrado ni sientas que no sirves para </a:t>
            </a:r>
            <a:r>
              <a:rPr lang="es-CL" sz="2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ésto</a:t>
            </a:r>
            <a:r>
              <a:rPr lang="es-CL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la partida siempre cuesta un poco más.</a:t>
            </a:r>
            <a:endParaRPr lang="es-CL" sz="20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285750" marR="0" lvl="0" indent="-1841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lang="es-CL" sz="20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s-CL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Siéntete parte de la comunidad, comparte.</a:t>
            </a:r>
            <a:endParaRPr lang="es-CL" sz="20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807866" y="1604297"/>
            <a:ext cx="2929631" cy="4130678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 w="38100" cap="flat" cmpd="sng">
            <a:solidFill>
              <a:srgbClr val="92D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" name="Google Shape;166;p9" descr="Arnold Schwarzenegger: The Celebrity Apprentice Host - NBC.co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7730" y="1771219"/>
            <a:ext cx="2694618" cy="2748708"/>
          </a:xfrm>
          <a:prstGeom prst="rect">
            <a:avLst/>
          </a:prstGeom>
          <a:solidFill>
            <a:srgbClr val="ECECEC"/>
          </a:solidFill>
          <a:ln w="88900" cap="sq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67" name="Google Shape;167;p9"/>
          <p:cNvSpPr/>
          <p:nvPr/>
        </p:nvSpPr>
        <p:spPr>
          <a:xfrm>
            <a:off x="807866" y="4611829"/>
            <a:ext cx="2929631" cy="1215048"/>
          </a:xfrm>
          <a:prstGeom prst="roundRect">
            <a:avLst>
              <a:gd name="adj" fmla="val 2971"/>
            </a:avLst>
          </a:prstGeom>
          <a:gradFill>
            <a:gsLst>
              <a:gs pos="0">
                <a:srgbClr val="547D28"/>
              </a:gs>
              <a:gs pos="50000">
                <a:srgbClr val="7AB539"/>
              </a:gs>
              <a:gs pos="100000">
                <a:srgbClr val="92D946"/>
              </a:gs>
            </a:gsLst>
            <a:lin ang="2700000" scaled="0"/>
          </a:gradFill>
          <a:ln w="9525" cap="flat" cmpd="sng">
            <a:solidFill>
              <a:srgbClr val="92D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 txBox="1"/>
          <p:nvPr/>
        </p:nvSpPr>
        <p:spPr>
          <a:xfrm>
            <a:off x="890685" y="4611829"/>
            <a:ext cx="274870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lnSpc>
                <a:spcPct val="150000"/>
              </a:lnSpc>
              <a:buSzPts val="1600"/>
            </a:pPr>
            <a:r>
              <a:rPr lang="es-CL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“Tu FUTURO se decide por lo que haces HOY, </a:t>
            </a:r>
            <a:endParaRPr lang="es-CL" sz="1600" dirty="0">
              <a:solidFill>
                <a:schemeClr val="lt1"/>
              </a:solidFill>
            </a:endParaRPr>
          </a:p>
          <a:p>
            <a:pPr marL="0"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rPr lang="es-CL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 MAÑANA”</a:t>
            </a:r>
            <a:endParaRPr lang="es-CL"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0" descr="Patrón de fond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0"/>
          <p:cNvSpPr/>
          <p:nvPr/>
        </p:nvSpPr>
        <p:spPr>
          <a:xfrm>
            <a:off x="-585177" y="3057041"/>
            <a:ext cx="7270376" cy="1045333"/>
          </a:xfrm>
          <a:prstGeom prst="roundRect">
            <a:avLst>
              <a:gd name="adj" fmla="val 9640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008C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 txBox="1"/>
          <p:nvPr/>
        </p:nvSpPr>
        <p:spPr>
          <a:xfrm>
            <a:off x="2426285" y="2835053"/>
            <a:ext cx="4446644" cy="1489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Dudas y consultas</a:t>
            </a:r>
            <a:endParaRPr lang="es-CL"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"/>
          <p:cNvSpPr txBox="1"/>
          <p:nvPr/>
        </p:nvSpPr>
        <p:spPr>
          <a:xfrm>
            <a:off x="704850" y="2786424"/>
            <a:ext cx="10782300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s-CL" sz="3200" b="0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Fin de la Sesión</a:t>
            </a:r>
            <a:endParaRPr lang="es-CL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</Words>
  <Application>Microsoft Office PowerPoint</Application>
  <PresentationFormat>Panorámica</PresentationFormat>
  <Paragraphs>47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Calibri</vt:lpstr>
      <vt:lpstr>Tema de Office</vt:lpstr>
      <vt:lpstr>Presentación de la sesión</vt:lpstr>
      <vt:lpstr>Repaso y Activación de Conceptos:   “Preparándonos para avanzar”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Cierre de la Sesión</vt:lpstr>
      <vt:lpstr>Recapitulación y Reflexión:   “Lo que hemos aprendido hoy”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la sesión</dc:title>
  <dc:creator>Kibernum</dc:creator>
  <cp:lastModifiedBy>Diseño ITA</cp:lastModifiedBy>
  <cp:revision>33</cp:revision>
  <dcterms:created xsi:type="dcterms:W3CDTF">2023-01-03T12:28:26Z</dcterms:created>
  <dcterms:modified xsi:type="dcterms:W3CDTF">2025-09-25T13:24:38Z</dcterms:modified>
</cp:coreProperties>
</file>