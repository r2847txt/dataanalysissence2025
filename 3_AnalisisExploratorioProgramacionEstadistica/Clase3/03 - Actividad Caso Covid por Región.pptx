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562" r:id="rId5"/>
    <p:sldId id="595" r:id="rId6"/>
    <p:sldId id="633" r:id="rId7"/>
    <p:sldId id="631" r:id="rId8"/>
    <p:sldId id="634" r:id="rId9"/>
  </p:sldIdLst>
  <p:sldSz cx="12192000" cy="6858000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8CAE"/>
    <a:srgbClr val="FD0075"/>
    <a:srgbClr val="F6A120"/>
    <a:srgbClr val="98C340"/>
    <a:srgbClr val="7FAEF2"/>
    <a:srgbClr val="000000"/>
    <a:srgbClr val="4E7FDE"/>
    <a:srgbClr val="006BCE"/>
    <a:srgbClr val="F8D6D9"/>
    <a:srgbClr val="8AD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08F1ED-7A77-CFBE-6F6A-74DA309B6934}" v="2" dt="2025-10-06T17:33:02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3" autoAdjust="0"/>
    <p:restoredTop sz="96395" autoAdjust="0"/>
  </p:normalViewPr>
  <p:slideViewPr>
    <p:cSldViewPr snapToGrid="0">
      <p:cViewPr varScale="1">
        <p:scale>
          <a:sx n="111" d="100"/>
          <a:sy n="111" d="100"/>
        </p:scale>
        <p:origin x="37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4208F1ED-7A77-CFBE-6F6A-74DA309B6934}"/>
    <pc:docChg chg="modSld">
      <pc:chgData name="Soraya Salazar" userId="S::soraya.salazar@kibernumacademy.com::fdf00a5c-f577-43dc-8064-9968cad83607" providerId="AD" clId="Web-{4208F1ED-7A77-CFBE-6F6A-74DA309B6934}" dt="2025-10-06T17:33:02.550" v="0" actId="20577"/>
      <pc:docMkLst>
        <pc:docMk/>
      </pc:docMkLst>
      <pc:sldChg chg="modSp">
        <pc:chgData name="Soraya Salazar" userId="S::soraya.salazar@kibernumacademy.com::fdf00a5c-f577-43dc-8064-9968cad83607" providerId="AD" clId="Web-{4208F1ED-7A77-CFBE-6F6A-74DA309B6934}" dt="2025-10-06T17:33:02.550" v="0" actId="20577"/>
        <pc:sldMkLst>
          <pc:docMk/>
          <pc:sldMk cId="1998777028" sldId="562"/>
        </pc:sldMkLst>
        <pc:spChg chg="mod">
          <ac:chgData name="Soraya Salazar" userId="S::soraya.salazar@kibernumacademy.com::fdf00a5c-f577-43dc-8064-9968cad83607" providerId="AD" clId="Web-{4208F1ED-7A77-CFBE-6F6A-74DA309B6934}" dt="2025-10-06T17:33:02.550" v="0" actId="20577"/>
          <ac:spMkLst>
            <pc:docMk/>
            <pc:sldMk cId="1998777028" sldId="562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214ECDC-27AA-4BAE-B04E-533364742B70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61DC0F2-0470-49B2-BD20-1BE6BAB0CFE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CE86C-1FAA-476E-8610-6CF612D82F6D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A0F7-3317-4A90-85A9-784F1E0F6A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6937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A1AB2-ABDE-4AA7-B0BA-B4771DBF257E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BCA2-D1A3-4B4D-AC73-9D069169A434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54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A1A31-6B2F-42D4-9D8B-250D0522AC84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8B1C2-5544-4117-B964-FFA2790965C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42447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434-FF42-4568-BAFD-14D07093E120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03834-0EF4-4D06-A8D3-876274F5BE0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9397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415DC-2033-47BD-86E8-F874CF6E7C58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F083-3250-4136-BEB9-7AF9A938BA7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19215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08FD-EE54-425E-B52D-A5E77FE0F4E1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4D746-ECE6-4F12-9BD7-02F1A03DE9B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155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1D3B-28B6-43FE-A4A1-ACF50A9182C7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C160-BB17-4C5C-A913-243CEE97784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9216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D298C-5E21-4FDC-838E-33C54A0835BE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316F-FC05-4AA9-8B17-611F2B66785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52470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92E0-A143-485F-B68F-8CC91249D59B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192D6-CB19-4D76-BAD3-1D4E4EA927D1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6310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8D573-BBF9-4466-8100-20705A6765C2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13FBE-C0B8-4F7C-B7BE-9681116FC5E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856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05822-3120-4BF7-B215-1DFE2C6DC6A3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8483-F2FB-4D92-932B-BB90B8B7CC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4557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ES_tradnl" altLang="en-US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ES_tradnl" alt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F057B8-E3CD-456E-9A46-2B8B20AF9933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59D94CD-8797-4F90-8E76-E70F46B730A3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A8A3BFFD-35E7-1135-4D1C-50C91FA77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7762"/>
          </a:xfrm>
          <a:prstGeom prst="rect">
            <a:avLst/>
          </a:prstGeom>
        </p:spPr>
      </p:pic>
      <p:sp>
        <p:nvSpPr>
          <p:cNvPr id="5" name="Rectangle: Rounded Corners 22"/>
          <p:cNvSpPr/>
          <p:nvPr/>
        </p:nvSpPr>
        <p:spPr>
          <a:xfrm>
            <a:off x="3890332" y="3715090"/>
            <a:ext cx="7022778" cy="1655893"/>
          </a:xfrm>
          <a:prstGeom prst="roundRect">
            <a:avLst>
              <a:gd name="adj" fmla="val 7874"/>
            </a:avLst>
          </a:prstGeom>
          <a:solidFill>
            <a:schemeClr val="tx1">
              <a:alpha val="76000"/>
            </a:schemeClr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anchor="ctr"/>
          <a:lstStyle/>
          <a:p>
            <a:pPr algn="ctr">
              <a:defRPr/>
            </a:pPr>
            <a:endParaRPr lang="en-US" sz="2800" b="1" dirty="0"/>
          </a:p>
        </p:txBody>
      </p:sp>
      <p:sp>
        <p:nvSpPr>
          <p:cNvPr id="6" name="Título 1"/>
          <p:cNvSpPr>
            <a:spLocks noGrp="1"/>
          </p:cNvSpPr>
          <p:nvPr>
            <p:ph type="ctrTitle"/>
          </p:nvPr>
        </p:nvSpPr>
        <p:spPr>
          <a:xfrm>
            <a:off x="4249783" y="3841518"/>
            <a:ext cx="6453052" cy="1403036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s-CL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Caso </a:t>
            </a:r>
            <a:r>
              <a:rPr lang="es-ES" sz="4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Covid</a:t>
            </a: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 Región</a:t>
            </a:r>
            <a:endParaRPr lang="es-ES_tradnl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92;p1"/>
          <p:cNvSpPr txBox="1"/>
          <p:nvPr/>
        </p:nvSpPr>
        <p:spPr>
          <a:xfrm>
            <a:off x="4084320" y="3179678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Análisis Exploratorio y Programación Estadística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77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 bwMode="auto">
          <a:xfrm>
            <a:off x="9065624" y="1409216"/>
            <a:ext cx="3726257" cy="132203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ts val="384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</a:t>
            </a:r>
          </a:p>
          <a:p>
            <a:pPr eaLnBrk="1" fontAlgn="auto" hangingPunct="1">
              <a:lnSpc>
                <a:spcPts val="384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</a:t>
            </a:r>
            <a:r>
              <a:rPr lang="es-ES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Covid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eaLnBrk="1" fontAlgn="auto" hangingPunct="1">
              <a:lnSpc>
                <a:spcPts val="384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Región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MX" sz="3200" dirty="0">
              <a:solidFill>
                <a:schemeClr val="bg1">
                  <a:lumMod val="50000"/>
                </a:schemeClr>
              </a:solidFill>
              <a:latin typeface="Source Sans Pro" panose="020B0503030403020204" pitchFamily="34" charset="0"/>
            </a:endParaRPr>
          </a:p>
        </p:txBody>
      </p:sp>
      <p:sp>
        <p:nvSpPr>
          <p:cNvPr id="4" name="Rectángulo redondeado 4">
            <a:extLst>
              <a:ext uri="{FF2B5EF4-FFF2-40B4-BE49-F238E27FC236}">
                <a16:creationId xmlns:a16="http://schemas.microsoft.com/office/drawing/2014/main" id="{F54B704E-F625-E3FA-92EA-8240924D3BF1}"/>
              </a:ext>
            </a:extLst>
          </p:cNvPr>
          <p:cNvSpPr/>
          <p:nvPr/>
        </p:nvSpPr>
        <p:spPr>
          <a:xfrm>
            <a:off x="814575" y="1199481"/>
            <a:ext cx="7810152" cy="4572000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45A3084-174E-4B74-BDE4-E10EA6CE1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80" y="1576574"/>
            <a:ext cx="6642742" cy="3817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193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/>
          <p:cNvSpPr/>
          <p:nvPr/>
        </p:nvSpPr>
        <p:spPr>
          <a:xfrm>
            <a:off x="5117898" y="1527803"/>
            <a:ext cx="7718185" cy="1717421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Título 1"/>
          <p:cNvSpPr txBox="1">
            <a:spLocks/>
          </p:cNvSpPr>
          <p:nvPr/>
        </p:nvSpPr>
        <p:spPr bwMode="auto">
          <a:xfrm>
            <a:off x="6303656" y="275784"/>
            <a:ext cx="4346415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ts val="384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6103548" y="1614228"/>
            <a:ext cx="5286941" cy="12950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En este desafío haremos un análisis del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covid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en Chile por región utilizando técnicas de análisis visual con la librería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Matplotlib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.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E1602F50-B094-E697-5F25-310CE051E1BD}"/>
              </a:ext>
            </a:extLst>
          </p:cNvPr>
          <p:cNvSpPr/>
          <p:nvPr/>
        </p:nvSpPr>
        <p:spPr>
          <a:xfrm>
            <a:off x="672353" y="436132"/>
            <a:ext cx="5071237" cy="5992331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0D5CF37-97AC-FFE3-40D2-D1B1F62AD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63" y="779815"/>
            <a:ext cx="4405370" cy="242433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82F47A9-77D5-C3B5-5D0C-5F7F5F73E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572" y="3432298"/>
            <a:ext cx="4095061" cy="271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790578" y="1766632"/>
            <a:ext cx="13152907" cy="3172963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988595" y="236739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Instrucciones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988595" y="2075840"/>
            <a:ext cx="10528491" cy="25545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Realice un análisis exploratorio y visual con la librería </a:t>
            </a:r>
            <a:r>
              <a:rPr lang="es-ES" sz="2000" dirty="0" err="1">
                <a:solidFill>
                  <a:schemeClr val="bg1"/>
                </a:solidFill>
                <a:latin typeface="+mn-lt"/>
                <a:ea typeface="Source Sans Pro"/>
              </a:rPr>
              <a:t>Matplotlib</a:t>
            </a: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, para encontrar los </a:t>
            </a:r>
            <a:r>
              <a:rPr lang="es-ES" sz="2000" dirty="0" err="1">
                <a:solidFill>
                  <a:schemeClr val="bg1"/>
                </a:solidFill>
                <a:latin typeface="+mn-lt"/>
                <a:ea typeface="Source Sans Pro"/>
              </a:rPr>
              <a:t>insights</a:t>
            </a: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 más importantes a su juicio.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algn="just"/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Deberá entregar:</a:t>
            </a:r>
          </a:p>
          <a:p>
            <a:pPr algn="just"/>
            <a:endParaRPr lang="es-ES" sz="2000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Un notebook ordenado, documentado y reproducible con su análisis.</a:t>
            </a:r>
          </a:p>
          <a:p>
            <a:pPr marL="457200" indent="-457200" algn="just">
              <a:buFont typeface="+mj-lt"/>
              <a:buAutoNum type="arabicPeriod"/>
            </a:pPr>
            <a:endParaRPr lang="es-ES" sz="2000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" sz="2000" dirty="0">
                <a:solidFill>
                  <a:schemeClr val="bg1"/>
                </a:solidFill>
                <a:latin typeface="+mn-lt"/>
                <a:ea typeface="Source Sans Pro"/>
              </a:rPr>
              <a:t>Utilice el notebook de referencia.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35" y="2116879"/>
            <a:ext cx="367327" cy="36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1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6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¡Éxito!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5971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9CD3420DD7C44287EDEB9C6D6708D7" ma:contentTypeVersion="15" ma:contentTypeDescription="Crear nuevo documento." ma:contentTypeScope="" ma:versionID="f7a9dcde27c9264a09c73004259269f1">
  <xsd:schema xmlns:xsd="http://www.w3.org/2001/XMLSchema" xmlns:xs="http://www.w3.org/2001/XMLSchema" xmlns:p="http://schemas.microsoft.com/office/2006/metadata/properties" xmlns:ns2="470d2f17-52cb-407b-8136-5e632d1cee08" xmlns:ns3="6171001b-fa9d-409b-8713-8b6a17935d68" targetNamespace="http://schemas.microsoft.com/office/2006/metadata/properties" ma:root="true" ma:fieldsID="674b5fe278d71baa753a58252eaf8fe3" ns2:_="" ns3:_="">
    <xsd:import namespace="470d2f17-52cb-407b-8136-5e632d1cee08"/>
    <xsd:import namespace="6171001b-fa9d-409b-8713-8b6a17935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d2f17-52cb-407b-8136-5e632d1ce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5ecad781-11e1-4240-b729-e370ca3e0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1001b-fa9d-409b-8713-8b6a17935d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6c5a85-e9ed-4a7d-a8f2-1ac62c4b72da}" ma:internalName="TaxCatchAll" ma:showField="CatchAllData" ma:web="6171001b-fa9d-409b-8713-8b6a17935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1001b-fa9d-409b-8713-8b6a17935d68"/>
    <lcf76f155ced4ddcb4097134ff3c332f xmlns="470d2f17-52cb-407b-8136-5e632d1cee0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405DB1-990F-4DDD-81A1-478BCA203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d2f17-52cb-407b-8136-5e632d1cee08"/>
    <ds:schemaRef ds:uri="6171001b-fa9d-409b-8713-8b6a17935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26BDBF-E58D-4DAC-8738-D11056BF4C72}">
  <ds:schemaRefs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6171001b-fa9d-409b-8713-8b6a17935d68"/>
    <ds:schemaRef ds:uri="http://purl.org/dc/terms/"/>
    <ds:schemaRef ds:uri="http://schemas.microsoft.com/office/infopath/2007/PartnerControls"/>
    <ds:schemaRef ds:uri="470d2f17-52cb-407b-8136-5e632d1cee0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9B05674-0616-4E66-A9FD-3C514085E5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7635</TotalTime>
  <Words>89</Words>
  <Application>Microsoft Office PowerPoint</Application>
  <PresentationFormat>Panorámica</PresentationFormat>
  <Paragraphs>16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 Actividad: Caso Covid por Región</vt:lpstr>
      <vt:lpstr>Presentación de PowerPoint</vt:lpstr>
      <vt:lpstr>Presentación de PowerPoint</vt:lpstr>
      <vt:lpstr>Presentación de PowerPoint</vt:lpstr>
      <vt:lpstr>¡Éxito!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Diseño ITA</cp:lastModifiedBy>
  <cp:revision>248</cp:revision>
  <dcterms:created xsi:type="dcterms:W3CDTF">2023-01-03T12:28:26Z</dcterms:created>
  <dcterms:modified xsi:type="dcterms:W3CDTF">2025-10-06T17:33:02Z</dcterms:modified>
</cp:coreProperties>
</file>