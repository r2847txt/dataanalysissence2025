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usRn90FEne4+SDDK1NtZgFWnI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grama&#10;&#10;Descripción generada automáticamente con confianza media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890332" y="3715090"/>
            <a:ext cx="7022778" cy="1655893"/>
          </a:xfrm>
          <a:prstGeom prst="roundRect">
            <a:avLst>
              <a:gd fmla="val 7874" name="adj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anchorCtr="0" anchor="ctr" bIns="45700" lIns="91425" spcFirstLastPara="1" rIns="540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4249783" y="3841518"/>
            <a:ext cx="6453052" cy="14030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s-E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E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Actividad: </a:t>
            </a:r>
            <a:br>
              <a:rPr b="1" lang="es-E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E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Caso Superstore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084320" y="3179678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Análisis Exploratorio y Programación Estadística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8518549" y="1175657"/>
            <a:ext cx="3464445" cy="1266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Actividad: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Caso Superstore</a:t>
            </a:r>
            <a:endParaRPr b="0" i="0" sz="3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24651" y="1175657"/>
            <a:ext cx="7810152" cy="4572000"/>
          </a:xfrm>
          <a:prstGeom prst="roundRect">
            <a:avLst>
              <a:gd fmla="val 2971" name="adj"/>
            </a:avLst>
          </a:prstGeom>
          <a:solidFill>
            <a:srgbClr val="078CAE"/>
          </a:solidFill>
          <a:ln cap="flat" cmpd="sng" w="38100">
            <a:solidFill>
              <a:srgbClr val="078CA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uperstore (TV Series) | Radio Times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350" y="1354320"/>
            <a:ext cx="7492753" cy="421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4761942" y="1174245"/>
            <a:ext cx="7718185" cy="2527009"/>
          </a:xfrm>
          <a:prstGeom prst="roundRect">
            <a:avLst>
              <a:gd fmla="val 2971" name="adj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896911" y="43658"/>
            <a:ext cx="10329889" cy="1008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5280701" y="1494479"/>
            <a:ext cx="5946099" cy="1710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Usted ha sido contratado por una super cadena de retail y le han encomendado la misión de analizar las ventas de la cadena. Para eso, le proporcionan un archivo de datos en formato csv.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53716" y="995082"/>
            <a:ext cx="4230169" cy="5540189"/>
          </a:xfrm>
          <a:prstGeom prst="roundRect">
            <a:avLst>
              <a:gd fmla="val 2971" name="adj"/>
            </a:avLst>
          </a:prstGeom>
          <a:solidFill>
            <a:schemeClr val="lt1"/>
          </a:solidFill>
          <a:ln cap="flat" cmpd="sng" w="38100">
            <a:solidFill>
              <a:srgbClr val="078CA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uperstore: Season One [Edizione: Stati Uniti] [Italia] [DVD]: Amazon.es:  Ferrera, America, Feldman, Ben, Ash, Lauren, Ferrera, America, Feldman,  Ben: Películas y TV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911" y="1108357"/>
            <a:ext cx="3743780" cy="530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-1243159" y="1639248"/>
            <a:ext cx="13820641" cy="3642885"/>
          </a:xfrm>
          <a:prstGeom prst="roundRect">
            <a:avLst>
              <a:gd fmla="val 2971" name="adj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1035220" y="839656"/>
            <a:ext cx="10481865" cy="883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1035220" y="2071658"/>
            <a:ext cx="101814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Realice un análisis exploratorio y visual con la librería Seaborn o Matplotlib, para encontrar los insights más importantes a su juicio.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Deberá entregar: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AutoNum type="arabicPeriod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notebook ordenado, documentado y reproducible con su análisis.</a:t>
            </a:r>
            <a:endParaRPr/>
          </a:p>
          <a:p>
            <a:pPr indent="-330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AutoNum type="arabicPeriod"/>
            </a:pPr>
            <a:r>
              <a:rPr b="0" i="0" lang="es-ES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Una infografía en donde presente los 3 principales insights encontrados (considere que esta infografía será presentada a toda la organización).</a:t>
            </a:r>
            <a:endParaRPr/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375" y="2082790"/>
            <a:ext cx="367327" cy="367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-408607" y="1134216"/>
            <a:ext cx="13166664" cy="959952"/>
          </a:xfrm>
          <a:prstGeom prst="roundRect">
            <a:avLst>
              <a:gd fmla="val 2971" name="adj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1836031" y="552415"/>
            <a:ext cx="8064138" cy="926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761689" y="1303401"/>
            <a:ext cx="821282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realizar la infografía, se sugiere utilizar Canva, con su cuenta Google. La web de Canva es:  </a:t>
            </a:r>
            <a:r>
              <a:rPr b="1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https://www.canva.com/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915887" y="2193422"/>
            <a:ext cx="7984282" cy="4068041"/>
          </a:xfrm>
          <a:prstGeom prst="roundRect">
            <a:avLst>
              <a:gd fmla="val 2971" name="adj"/>
            </a:avLst>
          </a:prstGeom>
          <a:solidFill>
            <a:schemeClr val="lt1"/>
          </a:solidFill>
          <a:ln cap="flat" cmpd="sng" w="38100">
            <a:solidFill>
              <a:srgbClr val="078CA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nva Gratis"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1279" y="2307648"/>
            <a:ext cx="7313498" cy="3839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1357459" y="754144"/>
            <a:ext cx="5599522" cy="5263123"/>
          </a:xfrm>
          <a:prstGeom prst="roundRect">
            <a:avLst>
              <a:gd fmla="val 2971" name="adj"/>
            </a:avLst>
          </a:prstGeom>
          <a:solidFill>
            <a:schemeClr val="lt1"/>
          </a:solidFill>
          <a:ln cap="flat" cmpd="sng" w="28575">
            <a:solidFill>
              <a:srgbClr val="078CAE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303304" y="2590254"/>
            <a:ext cx="4920343" cy="1590900"/>
          </a:xfrm>
          <a:prstGeom prst="roundRect">
            <a:avLst>
              <a:gd fmla="val 2971" name="adj"/>
            </a:avLst>
          </a:prstGeom>
          <a:gradFill>
            <a:gsLst>
              <a:gs pos="0">
                <a:srgbClr val="00546B"/>
              </a:gs>
              <a:gs pos="50000">
                <a:srgbClr val="007B9B"/>
              </a:gs>
              <a:gs pos="100000">
                <a:srgbClr val="0093BA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3980" y="1051873"/>
            <a:ext cx="5106479" cy="466766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32" name="Google Shape;132;p6"/>
          <p:cNvSpPr txBox="1"/>
          <p:nvPr>
            <p:ph type="title"/>
          </p:nvPr>
        </p:nvSpPr>
        <p:spPr>
          <a:xfrm>
            <a:off x="8145409" y="3062538"/>
            <a:ext cx="198337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¡Éxito!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2023-01-03T12:28:26Z</dcterms:created>
  <dc:creator>Kibernum</dc:creator>
</cp:coreProperties>
</file>